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6858000" cx="12192000"/>
  <p:notesSz cx="6858000" cy="9144000"/>
  <p:embeddedFontLst>
    <p:embeddedFont>
      <p:font typeface="Bell MT"/>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ilD48TnR6jt1HLqUtxs9TNP+Sl4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BellMT-bold.fntdata"/><Relationship Id="rId20" Type="http://schemas.openxmlformats.org/officeDocument/2006/relationships/slide" Target="slides/slide16.xml"/><Relationship Id="rId42" Type="http://schemas.openxmlformats.org/officeDocument/2006/relationships/font" Target="fonts/BellMT-boldItalic.fntdata"/><Relationship Id="rId41" Type="http://schemas.openxmlformats.org/officeDocument/2006/relationships/font" Target="fonts/BellMT-italic.fntdata"/><Relationship Id="rId22" Type="http://schemas.openxmlformats.org/officeDocument/2006/relationships/slide" Target="slides/slide18.xml"/><Relationship Id="rId21" Type="http://schemas.openxmlformats.org/officeDocument/2006/relationships/slide" Target="slides/slide17.xml"/><Relationship Id="rId43" Type="http://customschemas.google.com/relationships/presentationmetadata" Target="meta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font" Target="fonts/BellMT-regular.fntdata"/><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0" name="Google Shape;32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 name="Google Shape;34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7" name="Google Shape;37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0" name="Google Shape;39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3" name="Google Shape;40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4" name="Google Shape;45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7" name="Google Shape;46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2" name="Google Shape;53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4500"/>
              <a:buFont typeface="Arial"/>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100000"/>
              </a:lnSpc>
              <a:spcBef>
                <a:spcPts val="360"/>
              </a:spcBef>
              <a:spcAft>
                <a:spcPts val="0"/>
              </a:spcAft>
              <a:buClr>
                <a:schemeClr val="dk1"/>
              </a:buClr>
              <a:buSzPts val="1800"/>
              <a:buFont typeface="Arial"/>
              <a:buNone/>
              <a:defRPr sz="1800"/>
            </a:lvl1pPr>
            <a:lvl2pPr lvl="1" algn="ctr">
              <a:lnSpc>
                <a:spcPct val="100000"/>
              </a:lnSpc>
              <a:spcBef>
                <a:spcPts val="300"/>
              </a:spcBef>
              <a:spcAft>
                <a:spcPts val="0"/>
              </a:spcAft>
              <a:buClr>
                <a:schemeClr val="dk1"/>
              </a:buClr>
              <a:buSzPts val="1500"/>
              <a:buFont typeface="Arial"/>
              <a:buNone/>
              <a:defRPr sz="1500"/>
            </a:lvl2pPr>
            <a:lvl3pPr lvl="2" algn="ctr">
              <a:lnSpc>
                <a:spcPct val="100000"/>
              </a:lnSpc>
              <a:spcBef>
                <a:spcPts val="270"/>
              </a:spcBef>
              <a:spcAft>
                <a:spcPts val="0"/>
              </a:spcAft>
              <a:buClr>
                <a:schemeClr val="dk1"/>
              </a:buClr>
              <a:buSzPts val="1350"/>
              <a:buFont typeface="Arial"/>
              <a:buNone/>
              <a:defRPr sz="1350"/>
            </a:lvl3pPr>
            <a:lvl4pPr lvl="3" algn="ctr">
              <a:lnSpc>
                <a:spcPct val="100000"/>
              </a:lnSpc>
              <a:spcBef>
                <a:spcPts val="240"/>
              </a:spcBef>
              <a:spcAft>
                <a:spcPts val="0"/>
              </a:spcAft>
              <a:buClr>
                <a:schemeClr val="dk1"/>
              </a:buClr>
              <a:buSzPts val="1200"/>
              <a:buFont typeface="Arial"/>
              <a:buNone/>
              <a:defRPr sz="1200"/>
            </a:lvl4pPr>
            <a:lvl5pPr lvl="4" algn="ctr">
              <a:lnSpc>
                <a:spcPct val="100000"/>
              </a:lnSpc>
              <a:spcBef>
                <a:spcPts val="240"/>
              </a:spcBef>
              <a:spcAft>
                <a:spcPts val="0"/>
              </a:spcAft>
              <a:buClr>
                <a:schemeClr val="dk1"/>
              </a:buClr>
              <a:buSzPts val="1200"/>
              <a:buFont typeface="Arial"/>
              <a:buNone/>
              <a:defRPr sz="1200"/>
            </a:lvl5pPr>
            <a:lvl6pPr lvl="5" algn="ctr">
              <a:lnSpc>
                <a:spcPct val="100000"/>
              </a:lnSpc>
              <a:spcBef>
                <a:spcPts val="240"/>
              </a:spcBef>
              <a:spcAft>
                <a:spcPts val="0"/>
              </a:spcAft>
              <a:buClr>
                <a:schemeClr val="dk1"/>
              </a:buClr>
              <a:buSzPts val="1200"/>
              <a:buFont typeface="Arial"/>
              <a:buNone/>
              <a:defRPr sz="1200"/>
            </a:lvl6pPr>
            <a:lvl7pPr lvl="6" algn="ctr">
              <a:lnSpc>
                <a:spcPct val="100000"/>
              </a:lnSpc>
              <a:spcBef>
                <a:spcPts val="240"/>
              </a:spcBef>
              <a:spcAft>
                <a:spcPts val="0"/>
              </a:spcAft>
              <a:buClr>
                <a:schemeClr val="dk1"/>
              </a:buClr>
              <a:buSzPts val="1200"/>
              <a:buFont typeface="Arial"/>
              <a:buNone/>
              <a:defRPr sz="1200"/>
            </a:lvl7pPr>
            <a:lvl8pPr lvl="7" algn="ctr">
              <a:lnSpc>
                <a:spcPct val="100000"/>
              </a:lnSpc>
              <a:spcBef>
                <a:spcPts val="240"/>
              </a:spcBef>
              <a:spcAft>
                <a:spcPts val="0"/>
              </a:spcAft>
              <a:buClr>
                <a:schemeClr val="dk1"/>
              </a:buClr>
              <a:buSzPts val="1200"/>
              <a:buFont typeface="Arial"/>
              <a:buNone/>
              <a:defRPr sz="1200"/>
            </a:lvl8pPr>
            <a:lvl9pPr lvl="8" algn="ctr">
              <a:lnSpc>
                <a:spcPct val="100000"/>
              </a:lnSpc>
              <a:spcBef>
                <a:spcPts val="240"/>
              </a:spcBef>
              <a:spcAft>
                <a:spcPts val="0"/>
              </a:spcAft>
              <a:buClr>
                <a:schemeClr val="dk1"/>
              </a:buClr>
              <a:buSzPts val="1200"/>
              <a:buFont typeface="Arial"/>
              <a:buNone/>
              <a:defRPr sz="1200"/>
            </a:lvl9pPr>
          </a:lstStyle>
          <a:p/>
        </p:txBody>
      </p:sp>
      <p:sp>
        <p:nvSpPr>
          <p:cNvPr id="18" name="Google Shape;18;p36"/>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6"/>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6"/>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 name="Shape 21"/>
        <p:cNvGrpSpPr/>
        <p:nvPr/>
      </p:nvGrpSpPr>
      <p:grpSpPr>
        <a:xfrm>
          <a:off x="0" y="0"/>
          <a:ext cx="0" cy="0"/>
          <a:chOff x="0" y="0"/>
          <a:chExt cx="0" cy="0"/>
        </a:xfrm>
      </p:grpSpPr>
      <p:sp>
        <p:nvSpPr>
          <p:cNvPr id="22" name="Google Shape;22;p3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7"/>
          <p:cNvSpPr txBox="1"/>
          <p:nvPr>
            <p:ph idx="1" type="body"/>
          </p:nvPr>
        </p:nvSpPr>
        <p:spPr>
          <a:xfrm>
            <a:off x="609600" y="1600200"/>
            <a:ext cx="5376672"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7"/>
          <p:cNvSpPr txBox="1"/>
          <p:nvPr>
            <p:ph idx="2" type="body"/>
          </p:nvPr>
        </p:nvSpPr>
        <p:spPr>
          <a:xfrm>
            <a:off x="6205728" y="1600200"/>
            <a:ext cx="5376672"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 name="Google Shape;25;p37"/>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7"/>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7"/>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8"/>
          <p:cNvSpPr txBox="1"/>
          <p:nvPr>
            <p:ph idx="1" type="body"/>
          </p:nvPr>
        </p:nvSpPr>
        <p:spPr>
          <a:xfrm>
            <a:off x="609600" y="1600200"/>
            <a:ext cx="109728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1" name="Google Shape;31;p38"/>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8"/>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8"/>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39"/>
          <p:cNvSpPr txBox="1"/>
          <p:nvPr>
            <p:ph type="title"/>
          </p:nvPr>
        </p:nvSpPr>
        <p:spPr>
          <a:xfrm>
            <a:off x="831851" y="1709738"/>
            <a:ext cx="10515600" cy="2852737"/>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4500"/>
              <a:buFont typeface="Arial"/>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9"/>
          <p:cNvSpPr txBox="1"/>
          <p:nvPr>
            <p:ph idx="1" type="body"/>
          </p:nvPr>
        </p:nvSpPr>
        <p:spPr>
          <a:xfrm>
            <a:off x="831851"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360"/>
              </a:spcBef>
              <a:spcAft>
                <a:spcPts val="0"/>
              </a:spcAft>
              <a:buClr>
                <a:srgbClr val="888888"/>
              </a:buClr>
              <a:buSzPts val="1800"/>
              <a:buFont typeface="Arial"/>
              <a:buNone/>
              <a:defRPr sz="1800">
                <a:solidFill>
                  <a:srgbClr val="888888"/>
                </a:solidFill>
              </a:defRPr>
            </a:lvl1pPr>
            <a:lvl2pPr indent="-228600" lvl="1" marL="914400" algn="l">
              <a:lnSpc>
                <a:spcPct val="100000"/>
              </a:lnSpc>
              <a:spcBef>
                <a:spcPts val="300"/>
              </a:spcBef>
              <a:spcAft>
                <a:spcPts val="0"/>
              </a:spcAft>
              <a:buClr>
                <a:srgbClr val="888888"/>
              </a:buClr>
              <a:buSzPts val="1500"/>
              <a:buFont typeface="Arial"/>
              <a:buNone/>
              <a:defRPr sz="1500">
                <a:solidFill>
                  <a:srgbClr val="888888"/>
                </a:solidFill>
              </a:defRPr>
            </a:lvl2pPr>
            <a:lvl3pPr indent="-228600" lvl="2" marL="1371600" algn="l">
              <a:lnSpc>
                <a:spcPct val="100000"/>
              </a:lnSpc>
              <a:spcBef>
                <a:spcPts val="270"/>
              </a:spcBef>
              <a:spcAft>
                <a:spcPts val="0"/>
              </a:spcAft>
              <a:buClr>
                <a:srgbClr val="888888"/>
              </a:buClr>
              <a:buSzPts val="1350"/>
              <a:buFont typeface="Arial"/>
              <a:buNone/>
              <a:defRPr sz="1350">
                <a:solidFill>
                  <a:srgbClr val="888888"/>
                </a:solidFill>
              </a:defRPr>
            </a:lvl3pPr>
            <a:lvl4pPr indent="-228600" lvl="3" marL="1828800" algn="l">
              <a:lnSpc>
                <a:spcPct val="100000"/>
              </a:lnSpc>
              <a:spcBef>
                <a:spcPts val="240"/>
              </a:spcBef>
              <a:spcAft>
                <a:spcPts val="0"/>
              </a:spcAft>
              <a:buClr>
                <a:srgbClr val="888888"/>
              </a:buClr>
              <a:buSzPts val="1200"/>
              <a:buFont typeface="Arial"/>
              <a:buNone/>
              <a:defRPr sz="1200">
                <a:solidFill>
                  <a:srgbClr val="888888"/>
                </a:solidFill>
              </a:defRPr>
            </a:lvl4pPr>
            <a:lvl5pPr indent="-228600" lvl="4" marL="2286000" algn="l">
              <a:lnSpc>
                <a:spcPct val="100000"/>
              </a:lnSpc>
              <a:spcBef>
                <a:spcPts val="240"/>
              </a:spcBef>
              <a:spcAft>
                <a:spcPts val="0"/>
              </a:spcAft>
              <a:buClr>
                <a:srgbClr val="888888"/>
              </a:buClr>
              <a:buSzPts val="1200"/>
              <a:buFont typeface="Arial"/>
              <a:buNone/>
              <a:defRPr sz="1200">
                <a:solidFill>
                  <a:srgbClr val="888888"/>
                </a:solidFill>
              </a:defRPr>
            </a:lvl5pPr>
            <a:lvl6pPr indent="-228600" lvl="5" marL="2743200" algn="l">
              <a:lnSpc>
                <a:spcPct val="100000"/>
              </a:lnSpc>
              <a:spcBef>
                <a:spcPts val="240"/>
              </a:spcBef>
              <a:spcAft>
                <a:spcPts val="0"/>
              </a:spcAft>
              <a:buClr>
                <a:srgbClr val="888888"/>
              </a:buClr>
              <a:buSzPts val="1200"/>
              <a:buFont typeface="Arial"/>
              <a:buNone/>
              <a:defRPr sz="1200">
                <a:solidFill>
                  <a:srgbClr val="888888"/>
                </a:solidFill>
              </a:defRPr>
            </a:lvl6pPr>
            <a:lvl7pPr indent="-228600" lvl="6" marL="3200400" algn="l">
              <a:lnSpc>
                <a:spcPct val="100000"/>
              </a:lnSpc>
              <a:spcBef>
                <a:spcPts val="240"/>
              </a:spcBef>
              <a:spcAft>
                <a:spcPts val="0"/>
              </a:spcAft>
              <a:buClr>
                <a:srgbClr val="888888"/>
              </a:buClr>
              <a:buSzPts val="1200"/>
              <a:buFont typeface="Arial"/>
              <a:buNone/>
              <a:defRPr sz="1200">
                <a:solidFill>
                  <a:srgbClr val="888888"/>
                </a:solidFill>
              </a:defRPr>
            </a:lvl7pPr>
            <a:lvl8pPr indent="-228600" lvl="7" marL="3657600" algn="l">
              <a:lnSpc>
                <a:spcPct val="100000"/>
              </a:lnSpc>
              <a:spcBef>
                <a:spcPts val="240"/>
              </a:spcBef>
              <a:spcAft>
                <a:spcPts val="0"/>
              </a:spcAft>
              <a:buClr>
                <a:srgbClr val="888888"/>
              </a:buClr>
              <a:buSzPts val="1200"/>
              <a:buFont typeface="Arial"/>
              <a:buNone/>
              <a:defRPr sz="1200">
                <a:solidFill>
                  <a:srgbClr val="888888"/>
                </a:solidFill>
              </a:defRPr>
            </a:lvl8pPr>
            <a:lvl9pPr indent="-228600" lvl="8" marL="4114800" algn="l">
              <a:lnSpc>
                <a:spcPct val="100000"/>
              </a:lnSpc>
              <a:spcBef>
                <a:spcPts val="240"/>
              </a:spcBef>
              <a:spcAft>
                <a:spcPts val="0"/>
              </a:spcAft>
              <a:buClr>
                <a:srgbClr val="888888"/>
              </a:buClr>
              <a:buSzPts val="1200"/>
              <a:buFont typeface="Arial"/>
              <a:buNone/>
              <a:defRPr sz="1200">
                <a:solidFill>
                  <a:srgbClr val="888888"/>
                </a:solidFill>
              </a:defRPr>
            </a:lvl9pPr>
          </a:lstStyle>
          <a:p/>
        </p:txBody>
      </p:sp>
      <p:sp>
        <p:nvSpPr>
          <p:cNvPr id="37" name="Google Shape;37;p39"/>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9"/>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9"/>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360"/>
              </a:spcBef>
              <a:spcAft>
                <a:spcPts val="0"/>
              </a:spcAft>
              <a:buClr>
                <a:schemeClr val="dk1"/>
              </a:buClr>
              <a:buSzPts val="1800"/>
              <a:buFont typeface="Arial"/>
              <a:buNone/>
              <a:defRPr b="1" sz="1800"/>
            </a:lvl1pPr>
            <a:lvl2pPr indent="-228600" lvl="1" marL="914400" algn="l">
              <a:lnSpc>
                <a:spcPct val="100000"/>
              </a:lnSpc>
              <a:spcBef>
                <a:spcPts val="300"/>
              </a:spcBef>
              <a:spcAft>
                <a:spcPts val="0"/>
              </a:spcAft>
              <a:buClr>
                <a:schemeClr val="dk1"/>
              </a:buClr>
              <a:buSzPts val="1500"/>
              <a:buFont typeface="Arial"/>
              <a:buNone/>
              <a:defRPr b="1" sz="1500"/>
            </a:lvl2pPr>
            <a:lvl3pPr indent="-228600" lvl="2" marL="1371600" algn="l">
              <a:lnSpc>
                <a:spcPct val="100000"/>
              </a:lnSpc>
              <a:spcBef>
                <a:spcPts val="270"/>
              </a:spcBef>
              <a:spcAft>
                <a:spcPts val="0"/>
              </a:spcAft>
              <a:buClr>
                <a:schemeClr val="dk1"/>
              </a:buClr>
              <a:buSzPts val="1350"/>
              <a:buFont typeface="Arial"/>
              <a:buNone/>
              <a:defRPr b="1" sz="1350"/>
            </a:lvl3pPr>
            <a:lvl4pPr indent="-228600" lvl="3" marL="1828800" algn="l">
              <a:lnSpc>
                <a:spcPct val="100000"/>
              </a:lnSpc>
              <a:spcBef>
                <a:spcPts val="240"/>
              </a:spcBef>
              <a:spcAft>
                <a:spcPts val="0"/>
              </a:spcAft>
              <a:buClr>
                <a:schemeClr val="dk1"/>
              </a:buClr>
              <a:buSzPts val="1200"/>
              <a:buFont typeface="Arial"/>
              <a:buNone/>
              <a:defRPr b="1" sz="1200"/>
            </a:lvl4pPr>
            <a:lvl5pPr indent="-228600" lvl="4" marL="2286000" algn="l">
              <a:lnSpc>
                <a:spcPct val="100000"/>
              </a:lnSpc>
              <a:spcBef>
                <a:spcPts val="240"/>
              </a:spcBef>
              <a:spcAft>
                <a:spcPts val="0"/>
              </a:spcAft>
              <a:buClr>
                <a:schemeClr val="dk1"/>
              </a:buClr>
              <a:buSzPts val="1200"/>
              <a:buFont typeface="Arial"/>
              <a:buNone/>
              <a:defRPr b="1" sz="1200"/>
            </a:lvl5pPr>
            <a:lvl6pPr indent="-228600" lvl="5" marL="2743200" algn="l">
              <a:lnSpc>
                <a:spcPct val="100000"/>
              </a:lnSpc>
              <a:spcBef>
                <a:spcPts val="240"/>
              </a:spcBef>
              <a:spcAft>
                <a:spcPts val="0"/>
              </a:spcAft>
              <a:buClr>
                <a:schemeClr val="dk1"/>
              </a:buClr>
              <a:buSzPts val="1200"/>
              <a:buFont typeface="Arial"/>
              <a:buNone/>
              <a:defRPr b="1" sz="1200"/>
            </a:lvl6pPr>
            <a:lvl7pPr indent="-228600" lvl="6" marL="3200400" algn="l">
              <a:lnSpc>
                <a:spcPct val="100000"/>
              </a:lnSpc>
              <a:spcBef>
                <a:spcPts val="240"/>
              </a:spcBef>
              <a:spcAft>
                <a:spcPts val="0"/>
              </a:spcAft>
              <a:buClr>
                <a:schemeClr val="dk1"/>
              </a:buClr>
              <a:buSzPts val="1200"/>
              <a:buFont typeface="Arial"/>
              <a:buNone/>
              <a:defRPr b="1" sz="1200"/>
            </a:lvl7pPr>
            <a:lvl8pPr indent="-228600" lvl="7" marL="3657600" algn="l">
              <a:lnSpc>
                <a:spcPct val="100000"/>
              </a:lnSpc>
              <a:spcBef>
                <a:spcPts val="240"/>
              </a:spcBef>
              <a:spcAft>
                <a:spcPts val="0"/>
              </a:spcAft>
              <a:buClr>
                <a:schemeClr val="dk1"/>
              </a:buClr>
              <a:buSzPts val="1200"/>
              <a:buFont typeface="Arial"/>
              <a:buNone/>
              <a:defRPr b="1" sz="1200"/>
            </a:lvl8pPr>
            <a:lvl9pPr indent="-228600" lvl="8" marL="4114800" algn="l">
              <a:lnSpc>
                <a:spcPct val="100000"/>
              </a:lnSpc>
              <a:spcBef>
                <a:spcPts val="240"/>
              </a:spcBef>
              <a:spcAft>
                <a:spcPts val="0"/>
              </a:spcAft>
              <a:buClr>
                <a:schemeClr val="dk1"/>
              </a:buClr>
              <a:buSzPts val="1200"/>
              <a:buFont typeface="Arial"/>
              <a:buNone/>
              <a:defRPr b="1" sz="1200"/>
            </a:lvl9pPr>
          </a:lstStyle>
          <a:p/>
        </p:txBody>
      </p:sp>
      <p:sp>
        <p:nvSpPr>
          <p:cNvPr id="43" name="Google Shape;43;p4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4" name="Google Shape;44;p4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360"/>
              </a:spcBef>
              <a:spcAft>
                <a:spcPts val="0"/>
              </a:spcAft>
              <a:buClr>
                <a:schemeClr val="dk1"/>
              </a:buClr>
              <a:buSzPts val="1800"/>
              <a:buFont typeface="Arial"/>
              <a:buNone/>
              <a:defRPr b="1" sz="1800"/>
            </a:lvl1pPr>
            <a:lvl2pPr indent="-228600" lvl="1" marL="914400" algn="l">
              <a:lnSpc>
                <a:spcPct val="100000"/>
              </a:lnSpc>
              <a:spcBef>
                <a:spcPts val="300"/>
              </a:spcBef>
              <a:spcAft>
                <a:spcPts val="0"/>
              </a:spcAft>
              <a:buClr>
                <a:schemeClr val="dk1"/>
              </a:buClr>
              <a:buSzPts val="1500"/>
              <a:buFont typeface="Arial"/>
              <a:buNone/>
              <a:defRPr b="1" sz="1500"/>
            </a:lvl2pPr>
            <a:lvl3pPr indent="-228600" lvl="2" marL="1371600" algn="l">
              <a:lnSpc>
                <a:spcPct val="100000"/>
              </a:lnSpc>
              <a:spcBef>
                <a:spcPts val="270"/>
              </a:spcBef>
              <a:spcAft>
                <a:spcPts val="0"/>
              </a:spcAft>
              <a:buClr>
                <a:schemeClr val="dk1"/>
              </a:buClr>
              <a:buSzPts val="1350"/>
              <a:buFont typeface="Arial"/>
              <a:buNone/>
              <a:defRPr b="1" sz="1350"/>
            </a:lvl3pPr>
            <a:lvl4pPr indent="-228600" lvl="3" marL="1828800" algn="l">
              <a:lnSpc>
                <a:spcPct val="100000"/>
              </a:lnSpc>
              <a:spcBef>
                <a:spcPts val="240"/>
              </a:spcBef>
              <a:spcAft>
                <a:spcPts val="0"/>
              </a:spcAft>
              <a:buClr>
                <a:schemeClr val="dk1"/>
              </a:buClr>
              <a:buSzPts val="1200"/>
              <a:buFont typeface="Arial"/>
              <a:buNone/>
              <a:defRPr b="1" sz="1200"/>
            </a:lvl4pPr>
            <a:lvl5pPr indent="-228600" lvl="4" marL="2286000" algn="l">
              <a:lnSpc>
                <a:spcPct val="100000"/>
              </a:lnSpc>
              <a:spcBef>
                <a:spcPts val="240"/>
              </a:spcBef>
              <a:spcAft>
                <a:spcPts val="0"/>
              </a:spcAft>
              <a:buClr>
                <a:schemeClr val="dk1"/>
              </a:buClr>
              <a:buSzPts val="1200"/>
              <a:buFont typeface="Arial"/>
              <a:buNone/>
              <a:defRPr b="1" sz="1200"/>
            </a:lvl5pPr>
            <a:lvl6pPr indent="-228600" lvl="5" marL="2743200" algn="l">
              <a:lnSpc>
                <a:spcPct val="100000"/>
              </a:lnSpc>
              <a:spcBef>
                <a:spcPts val="240"/>
              </a:spcBef>
              <a:spcAft>
                <a:spcPts val="0"/>
              </a:spcAft>
              <a:buClr>
                <a:schemeClr val="dk1"/>
              </a:buClr>
              <a:buSzPts val="1200"/>
              <a:buFont typeface="Arial"/>
              <a:buNone/>
              <a:defRPr b="1" sz="1200"/>
            </a:lvl6pPr>
            <a:lvl7pPr indent="-228600" lvl="6" marL="3200400" algn="l">
              <a:lnSpc>
                <a:spcPct val="100000"/>
              </a:lnSpc>
              <a:spcBef>
                <a:spcPts val="240"/>
              </a:spcBef>
              <a:spcAft>
                <a:spcPts val="0"/>
              </a:spcAft>
              <a:buClr>
                <a:schemeClr val="dk1"/>
              </a:buClr>
              <a:buSzPts val="1200"/>
              <a:buFont typeface="Arial"/>
              <a:buNone/>
              <a:defRPr b="1" sz="1200"/>
            </a:lvl7pPr>
            <a:lvl8pPr indent="-228600" lvl="7" marL="3657600" algn="l">
              <a:lnSpc>
                <a:spcPct val="100000"/>
              </a:lnSpc>
              <a:spcBef>
                <a:spcPts val="240"/>
              </a:spcBef>
              <a:spcAft>
                <a:spcPts val="0"/>
              </a:spcAft>
              <a:buClr>
                <a:schemeClr val="dk1"/>
              </a:buClr>
              <a:buSzPts val="1200"/>
              <a:buFont typeface="Arial"/>
              <a:buNone/>
              <a:defRPr b="1" sz="1200"/>
            </a:lvl8pPr>
            <a:lvl9pPr indent="-228600" lvl="8" marL="4114800" algn="l">
              <a:lnSpc>
                <a:spcPct val="100000"/>
              </a:lnSpc>
              <a:spcBef>
                <a:spcPts val="240"/>
              </a:spcBef>
              <a:spcAft>
                <a:spcPts val="0"/>
              </a:spcAft>
              <a:buClr>
                <a:schemeClr val="dk1"/>
              </a:buClr>
              <a:buSzPts val="1200"/>
              <a:buFont typeface="Arial"/>
              <a:buNone/>
              <a:defRPr b="1" sz="1200"/>
            </a:lvl9pPr>
          </a:lstStyle>
          <a:p/>
        </p:txBody>
      </p:sp>
      <p:sp>
        <p:nvSpPr>
          <p:cNvPr id="45" name="Google Shape;45;p4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 name="Google Shape;46;p40"/>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0"/>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0"/>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1"/>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1"/>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1"/>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42"/>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2"/>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2"/>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400"/>
              <a:buFont typeface="Arial"/>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61950" lvl="1" marL="914400" algn="l">
              <a:lnSpc>
                <a:spcPct val="100000"/>
              </a:lnSpc>
              <a:spcBef>
                <a:spcPts val="420"/>
              </a:spcBef>
              <a:spcAft>
                <a:spcPts val="0"/>
              </a:spcAft>
              <a:buClr>
                <a:schemeClr val="dk1"/>
              </a:buClr>
              <a:buSzPts val="2100"/>
              <a:buFont typeface="Arial"/>
              <a:buChar char="–"/>
              <a:defRPr sz="2100"/>
            </a:lvl2pPr>
            <a:lvl3pPr indent="-342900" lvl="2" marL="1371600" algn="l">
              <a:lnSpc>
                <a:spcPct val="100000"/>
              </a:lnSpc>
              <a:spcBef>
                <a:spcPts val="360"/>
              </a:spcBef>
              <a:spcAft>
                <a:spcPts val="0"/>
              </a:spcAft>
              <a:buClr>
                <a:schemeClr val="dk1"/>
              </a:buClr>
              <a:buSzPts val="1800"/>
              <a:buFont typeface="Arial"/>
              <a:buChar char="•"/>
              <a:defRPr sz="1800"/>
            </a:lvl3pPr>
            <a:lvl4pPr indent="-323850" lvl="3" marL="1828800" algn="l">
              <a:lnSpc>
                <a:spcPct val="100000"/>
              </a:lnSpc>
              <a:spcBef>
                <a:spcPts val="300"/>
              </a:spcBef>
              <a:spcAft>
                <a:spcPts val="0"/>
              </a:spcAft>
              <a:buClr>
                <a:schemeClr val="dk1"/>
              </a:buClr>
              <a:buSzPts val="1500"/>
              <a:buFont typeface="Arial"/>
              <a:buChar char="–"/>
              <a:defRPr sz="1500"/>
            </a:lvl4pPr>
            <a:lvl5pPr indent="-323850" lvl="4" marL="2286000" algn="l">
              <a:lnSpc>
                <a:spcPct val="100000"/>
              </a:lnSpc>
              <a:spcBef>
                <a:spcPts val="300"/>
              </a:spcBef>
              <a:spcAft>
                <a:spcPts val="0"/>
              </a:spcAft>
              <a:buClr>
                <a:schemeClr val="dk1"/>
              </a:buClr>
              <a:buSzPts val="1500"/>
              <a:buFont typeface="Arial"/>
              <a:buChar char="»"/>
              <a:defRPr sz="1500"/>
            </a:lvl5pPr>
            <a:lvl6pPr indent="-323850" lvl="5" marL="2743200" algn="l">
              <a:lnSpc>
                <a:spcPct val="100000"/>
              </a:lnSpc>
              <a:spcBef>
                <a:spcPts val="300"/>
              </a:spcBef>
              <a:spcAft>
                <a:spcPts val="0"/>
              </a:spcAft>
              <a:buClr>
                <a:schemeClr val="dk1"/>
              </a:buClr>
              <a:buSzPts val="1500"/>
              <a:buFont typeface="Arial"/>
              <a:buChar char="»"/>
              <a:defRPr sz="1500"/>
            </a:lvl6pPr>
            <a:lvl7pPr indent="-323850" lvl="6" marL="3200400" algn="l">
              <a:lnSpc>
                <a:spcPct val="100000"/>
              </a:lnSpc>
              <a:spcBef>
                <a:spcPts val="300"/>
              </a:spcBef>
              <a:spcAft>
                <a:spcPts val="0"/>
              </a:spcAft>
              <a:buClr>
                <a:schemeClr val="dk1"/>
              </a:buClr>
              <a:buSzPts val="1500"/>
              <a:buFont typeface="Arial"/>
              <a:buChar char="»"/>
              <a:defRPr sz="1500"/>
            </a:lvl7pPr>
            <a:lvl8pPr indent="-323850" lvl="7" marL="3657600" algn="l">
              <a:lnSpc>
                <a:spcPct val="100000"/>
              </a:lnSpc>
              <a:spcBef>
                <a:spcPts val="300"/>
              </a:spcBef>
              <a:spcAft>
                <a:spcPts val="0"/>
              </a:spcAft>
              <a:buClr>
                <a:schemeClr val="dk1"/>
              </a:buClr>
              <a:buSzPts val="1500"/>
              <a:buFont typeface="Arial"/>
              <a:buChar char="»"/>
              <a:defRPr sz="1500"/>
            </a:lvl8pPr>
            <a:lvl9pPr indent="-323850" lvl="8" marL="4114800" algn="l">
              <a:lnSpc>
                <a:spcPct val="100000"/>
              </a:lnSpc>
              <a:spcBef>
                <a:spcPts val="300"/>
              </a:spcBef>
              <a:spcAft>
                <a:spcPts val="0"/>
              </a:spcAft>
              <a:buClr>
                <a:schemeClr val="dk1"/>
              </a:buClr>
              <a:buSzPts val="1500"/>
              <a:buFont typeface="Arial"/>
              <a:buChar char="»"/>
              <a:defRPr sz="1500"/>
            </a:lvl9pPr>
          </a:lstStyle>
          <a:p/>
        </p:txBody>
      </p:sp>
      <p:sp>
        <p:nvSpPr>
          <p:cNvPr id="61" name="Google Shape;61;p4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40"/>
              </a:spcBef>
              <a:spcAft>
                <a:spcPts val="0"/>
              </a:spcAft>
              <a:buClr>
                <a:schemeClr val="dk1"/>
              </a:buClr>
              <a:buSzPts val="1200"/>
              <a:buFont typeface="Arial"/>
              <a:buNone/>
              <a:defRPr sz="1200"/>
            </a:lvl1pPr>
            <a:lvl2pPr indent="-228600" lvl="1" marL="914400" algn="l">
              <a:lnSpc>
                <a:spcPct val="100000"/>
              </a:lnSpc>
              <a:spcBef>
                <a:spcPts val="210"/>
              </a:spcBef>
              <a:spcAft>
                <a:spcPts val="0"/>
              </a:spcAft>
              <a:buClr>
                <a:schemeClr val="dk1"/>
              </a:buClr>
              <a:buSzPts val="1050"/>
              <a:buFont typeface="Arial"/>
              <a:buNone/>
              <a:defRPr sz="1050"/>
            </a:lvl2pPr>
            <a:lvl3pPr indent="-228600" lvl="2" marL="1371600" algn="l">
              <a:lnSpc>
                <a:spcPct val="100000"/>
              </a:lnSpc>
              <a:spcBef>
                <a:spcPts val="180"/>
              </a:spcBef>
              <a:spcAft>
                <a:spcPts val="0"/>
              </a:spcAft>
              <a:buClr>
                <a:schemeClr val="dk1"/>
              </a:buClr>
              <a:buSzPts val="900"/>
              <a:buFont typeface="Arial"/>
              <a:buNone/>
              <a:defRPr sz="900"/>
            </a:lvl3pPr>
            <a:lvl4pPr indent="-228600" lvl="3" marL="1828800" algn="l">
              <a:lnSpc>
                <a:spcPct val="100000"/>
              </a:lnSpc>
              <a:spcBef>
                <a:spcPts val="150"/>
              </a:spcBef>
              <a:spcAft>
                <a:spcPts val="0"/>
              </a:spcAft>
              <a:buClr>
                <a:schemeClr val="dk1"/>
              </a:buClr>
              <a:buSzPts val="750"/>
              <a:buFont typeface="Arial"/>
              <a:buNone/>
              <a:defRPr sz="750"/>
            </a:lvl4pPr>
            <a:lvl5pPr indent="-228600" lvl="4" marL="2286000" algn="l">
              <a:lnSpc>
                <a:spcPct val="100000"/>
              </a:lnSpc>
              <a:spcBef>
                <a:spcPts val="150"/>
              </a:spcBef>
              <a:spcAft>
                <a:spcPts val="0"/>
              </a:spcAft>
              <a:buClr>
                <a:schemeClr val="dk1"/>
              </a:buClr>
              <a:buSzPts val="750"/>
              <a:buFont typeface="Arial"/>
              <a:buNone/>
              <a:defRPr sz="750"/>
            </a:lvl5pPr>
            <a:lvl6pPr indent="-228600" lvl="5" marL="2743200" algn="l">
              <a:lnSpc>
                <a:spcPct val="100000"/>
              </a:lnSpc>
              <a:spcBef>
                <a:spcPts val="150"/>
              </a:spcBef>
              <a:spcAft>
                <a:spcPts val="0"/>
              </a:spcAft>
              <a:buClr>
                <a:schemeClr val="dk1"/>
              </a:buClr>
              <a:buSzPts val="750"/>
              <a:buFont typeface="Arial"/>
              <a:buNone/>
              <a:defRPr sz="750"/>
            </a:lvl6pPr>
            <a:lvl7pPr indent="-228600" lvl="6" marL="3200400" algn="l">
              <a:lnSpc>
                <a:spcPct val="100000"/>
              </a:lnSpc>
              <a:spcBef>
                <a:spcPts val="150"/>
              </a:spcBef>
              <a:spcAft>
                <a:spcPts val="0"/>
              </a:spcAft>
              <a:buClr>
                <a:schemeClr val="dk1"/>
              </a:buClr>
              <a:buSzPts val="750"/>
              <a:buFont typeface="Arial"/>
              <a:buNone/>
              <a:defRPr sz="750"/>
            </a:lvl7pPr>
            <a:lvl8pPr indent="-228600" lvl="7" marL="3657600" algn="l">
              <a:lnSpc>
                <a:spcPct val="100000"/>
              </a:lnSpc>
              <a:spcBef>
                <a:spcPts val="150"/>
              </a:spcBef>
              <a:spcAft>
                <a:spcPts val="0"/>
              </a:spcAft>
              <a:buClr>
                <a:schemeClr val="dk1"/>
              </a:buClr>
              <a:buSzPts val="750"/>
              <a:buFont typeface="Arial"/>
              <a:buNone/>
              <a:defRPr sz="750"/>
            </a:lvl8pPr>
            <a:lvl9pPr indent="-228600" lvl="8" marL="4114800" algn="l">
              <a:lnSpc>
                <a:spcPct val="100000"/>
              </a:lnSpc>
              <a:spcBef>
                <a:spcPts val="150"/>
              </a:spcBef>
              <a:spcAft>
                <a:spcPts val="0"/>
              </a:spcAft>
              <a:buClr>
                <a:schemeClr val="dk1"/>
              </a:buClr>
              <a:buSzPts val="750"/>
              <a:buFont typeface="Arial"/>
              <a:buNone/>
              <a:defRPr sz="750"/>
            </a:lvl9pPr>
          </a:lstStyle>
          <a:p/>
        </p:txBody>
      </p:sp>
      <p:sp>
        <p:nvSpPr>
          <p:cNvPr id="62" name="Google Shape;62;p43"/>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3"/>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3"/>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400"/>
              <a:buFont typeface="Arial"/>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4"/>
          <p:cNvSpPr/>
          <p:nvPr>
            <p:ph idx="2" type="pic"/>
          </p:nvPr>
        </p:nvSpPr>
        <p:spPr>
          <a:xfrm>
            <a:off x="5183188" y="987425"/>
            <a:ext cx="6172200" cy="4873625"/>
          </a:xfrm>
          <a:prstGeom prst="rect">
            <a:avLst/>
          </a:prstGeom>
          <a:noFill/>
          <a:ln>
            <a:noFill/>
          </a:ln>
        </p:spPr>
      </p:sp>
      <p:sp>
        <p:nvSpPr>
          <p:cNvPr id="68" name="Google Shape;68;p4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40"/>
              </a:spcBef>
              <a:spcAft>
                <a:spcPts val="0"/>
              </a:spcAft>
              <a:buClr>
                <a:schemeClr val="dk1"/>
              </a:buClr>
              <a:buSzPts val="1200"/>
              <a:buFont typeface="Arial"/>
              <a:buNone/>
              <a:defRPr sz="1200"/>
            </a:lvl1pPr>
            <a:lvl2pPr indent="-228600" lvl="1" marL="914400" algn="l">
              <a:lnSpc>
                <a:spcPct val="100000"/>
              </a:lnSpc>
              <a:spcBef>
                <a:spcPts val="210"/>
              </a:spcBef>
              <a:spcAft>
                <a:spcPts val="0"/>
              </a:spcAft>
              <a:buClr>
                <a:schemeClr val="dk1"/>
              </a:buClr>
              <a:buSzPts val="1050"/>
              <a:buFont typeface="Arial"/>
              <a:buNone/>
              <a:defRPr sz="1050"/>
            </a:lvl2pPr>
            <a:lvl3pPr indent="-228600" lvl="2" marL="1371600" algn="l">
              <a:lnSpc>
                <a:spcPct val="100000"/>
              </a:lnSpc>
              <a:spcBef>
                <a:spcPts val="180"/>
              </a:spcBef>
              <a:spcAft>
                <a:spcPts val="0"/>
              </a:spcAft>
              <a:buClr>
                <a:schemeClr val="dk1"/>
              </a:buClr>
              <a:buSzPts val="900"/>
              <a:buFont typeface="Arial"/>
              <a:buNone/>
              <a:defRPr sz="900"/>
            </a:lvl3pPr>
            <a:lvl4pPr indent="-228600" lvl="3" marL="1828800" algn="l">
              <a:lnSpc>
                <a:spcPct val="100000"/>
              </a:lnSpc>
              <a:spcBef>
                <a:spcPts val="150"/>
              </a:spcBef>
              <a:spcAft>
                <a:spcPts val="0"/>
              </a:spcAft>
              <a:buClr>
                <a:schemeClr val="dk1"/>
              </a:buClr>
              <a:buSzPts val="750"/>
              <a:buFont typeface="Arial"/>
              <a:buNone/>
              <a:defRPr sz="750"/>
            </a:lvl4pPr>
            <a:lvl5pPr indent="-228600" lvl="4" marL="2286000" algn="l">
              <a:lnSpc>
                <a:spcPct val="100000"/>
              </a:lnSpc>
              <a:spcBef>
                <a:spcPts val="150"/>
              </a:spcBef>
              <a:spcAft>
                <a:spcPts val="0"/>
              </a:spcAft>
              <a:buClr>
                <a:schemeClr val="dk1"/>
              </a:buClr>
              <a:buSzPts val="750"/>
              <a:buFont typeface="Arial"/>
              <a:buNone/>
              <a:defRPr sz="750"/>
            </a:lvl5pPr>
            <a:lvl6pPr indent="-228600" lvl="5" marL="2743200" algn="l">
              <a:lnSpc>
                <a:spcPct val="100000"/>
              </a:lnSpc>
              <a:spcBef>
                <a:spcPts val="150"/>
              </a:spcBef>
              <a:spcAft>
                <a:spcPts val="0"/>
              </a:spcAft>
              <a:buClr>
                <a:schemeClr val="dk1"/>
              </a:buClr>
              <a:buSzPts val="750"/>
              <a:buFont typeface="Arial"/>
              <a:buNone/>
              <a:defRPr sz="750"/>
            </a:lvl6pPr>
            <a:lvl7pPr indent="-228600" lvl="6" marL="3200400" algn="l">
              <a:lnSpc>
                <a:spcPct val="100000"/>
              </a:lnSpc>
              <a:spcBef>
                <a:spcPts val="150"/>
              </a:spcBef>
              <a:spcAft>
                <a:spcPts val="0"/>
              </a:spcAft>
              <a:buClr>
                <a:schemeClr val="dk1"/>
              </a:buClr>
              <a:buSzPts val="750"/>
              <a:buFont typeface="Arial"/>
              <a:buNone/>
              <a:defRPr sz="750"/>
            </a:lvl7pPr>
            <a:lvl8pPr indent="-228600" lvl="7" marL="3657600" algn="l">
              <a:lnSpc>
                <a:spcPct val="100000"/>
              </a:lnSpc>
              <a:spcBef>
                <a:spcPts val="150"/>
              </a:spcBef>
              <a:spcAft>
                <a:spcPts val="0"/>
              </a:spcAft>
              <a:buClr>
                <a:schemeClr val="dk1"/>
              </a:buClr>
              <a:buSzPts val="750"/>
              <a:buFont typeface="Arial"/>
              <a:buNone/>
              <a:defRPr sz="750"/>
            </a:lvl8pPr>
            <a:lvl9pPr indent="-228600" lvl="8" marL="4114800" algn="l">
              <a:lnSpc>
                <a:spcPct val="100000"/>
              </a:lnSpc>
              <a:spcBef>
                <a:spcPts val="150"/>
              </a:spcBef>
              <a:spcAft>
                <a:spcPts val="0"/>
              </a:spcAft>
              <a:buClr>
                <a:schemeClr val="dk1"/>
              </a:buClr>
              <a:buSzPts val="750"/>
              <a:buFont typeface="Arial"/>
              <a:buNone/>
              <a:defRPr sz="750"/>
            </a:lvl9pPr>
          </a:lstStyle>
          <a:p/>
        </p:txBody>
      </p:sp>
      <p:sp>
        <p:nvSpPr>
          <p:cNvPr id="69" name="Google Shape;69;p44"/>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4"/>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4"/>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5"/>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45"/>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5"/>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5"/>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6"/>
          <p:cNvSpPr txBox="1"/>
          <p:nvPr>
            <p:ph type="title"/>
          </p:nvPr>
        </p:nvSpPr>
        <p:spPr>
          <a:xfrm rot="5400000">
            <a:off x="7285038" y="1828801"/>
            <a:ext cx="5851525" cy="2743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6"/>
          <p:cNvSpPr txBox="1"/>
          <p:nvPr>
            <p:ph idx="1" type="body"/>
          </p:nvPr>
        </p:nvSpPr>
        <p:spPr>
          <a:xfrm rot="5400000">
            <a:off x="1719124" y="-834886"/>
            <a:ext cx="5851525" cy="807057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6"/>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6"/>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6"/>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chemeClr val="dk2"/>
              </a:buClr>
              <a:buSzPts val="4400"/>
              <a:buFont typeface="Arial"/>
              <a:buNone/>
              <a:defRPr b="0" i="0" sz="44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5"/>
          <p:cNvSpPr txBox="1"/>
          <p:nvPr>
            <p:ph idx="1" type="body"/>
          </p:nvPr>
        </p:nvSpPr>
        <p:spPr>
          <a:xfrm>
            <a:off x="609600" y="1600200"/>
            <a:ext cx="109728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35"/>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35"/>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35"/>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
          <p:cNvSpPr/>
          <p:nvPr/>
        </p:nvSpPr>
        <p:spPr>
          <a:xfrm>
            <a:off x="-124" y="0"/>
            <a:ext cx="1218894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89" name="Google Shape;89;p1"/>
          <p:cNvGrpSpPr/>
          <p:nvPr/>
        </p:nvGrpSpPr>
        <p:grpSpPr>
          <a:xfrm>
            <a:off x="8228965" y="721995"/>
            <a:ext cx="3272155" cy="5680710"/>
            <a:chOff x="651279" y="598259"/>
            <a:chExt cx="10889442" cy="5680742"/>
          </a:xfrm>
        </p:grpSpPr>
        <p:sp>
          <p:nvSpPr>
            <p:cNvPr id="90" name="Google Shape;90;p1"/>
            <p:cNvSpPr/>
            <p:nvPr/>
          </p:nvSpPr>
          <p:spPr>
            <a:xfrm>
              <a:off x="651279" y="598259"/>
              <a:ext cx="10889442" cy="568074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 name="Google Shape;91;p1"/>
            <p:cNvSpPr/>
            <p:nvPr/>
          </p:nvSpPr>
          <p:spPr>
            <a:xfrm>
              <a:off x="651279" y="598259"/>
              <a:ext cx="10889442" cy="5680742"/>
            </a:xfrm>
            <a:prstGeom prst="rect">
              <a:avLst/>
            </a:prstGeom>
            <a:solidFill>
              <a:schemeClr val="accent6">
                <a:alpha val="2980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Icon&#10;&#10;Description automatically generated" id="92" name="Google Shape;92;p1"/>
          <p:cNvPicPr preferRelativeResize="0"/>
          <p:nvPr/>
        </p:nvPicPr>
        <p:blipFill rotWithShape="1">
          <a:blip r:embed="rId3">
            <a:alphaModFix/>
          </a:blip>
          <a:srcRect b="-3" l="504" r="-3" t="0"/>
          <a:stretch/>
        </p:blipFill>
        <p:spPr>
          <a:xfrm>
            <a:off x="9081498" y="2278220"/>
            <a:ext cx="1742742" cy="2162907"/>
          </a:xfrm>
          <a:prstGeom prst="rect">
            <a:avLst/>
          </a:prstGeom>
          <a:noFill/>
          <a:ln>
            <a:noFill/>
          </a:ln>
        </p:spPr>
      </p:pic>
      <p:grpSp>
        <p:nvGrpSpPr>
          <p:cNvPr id="93" name="Google Shape;93;p1"/>
          <p:cNvGrpSpPr/>
          <p:nvPr/>
        </p:nvGrpSpPr>
        <p:grpSpPr>
          <a:xfrm>
            <a:off x="0" y="0"/>
            <a:ext cx="12188952" cy="6858000"/>
            <a:chOff x="0" y="0"/>
            <a:chExt cx="12188952" cy="6858000"/>
          </a:xfrm>
        </p:grpSpPr>
        <p:sp>
          <p:nvSpPr>
            <p:cNvPr id="94" name="Google Shape;94;p1"/>
            <p:cNvSpPr/>
            <p:nvPr/>
          </p:nvSpPr>
          <p:spPr>
            <a:xfrm>
              <a:off x="26122" y="6015669"/>
              <a:ext cx="2605762" cy="842331"/>
            </a:xfrm>
            <a:custGeom>
              <a:rect b="b" l="l" r="r" t="t"/>
              <a:pathLst>
                <a:path extrusionOk="0" h="1033951" w="3180577">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5" name="Google Shape;95;p1"/>
            <p:cNvSpPr/>
            <p:nvPr/>
          </p:nvSpPr>
          <p:spPr>
            <a:xfrm>
              <a:off x="655184" y="5798001"/>
              <a:ext cx="2485581" cy="1059999"/>
            </a:xfrm>
            <a:custGeom>
              <a:rect b="b" l="l" r="r" t="t"/>
              <a:pathLst>
                <a:path extrusionOk="0" h="1050628" w="244976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6" name="Google Shape;96;p1"/>
            <p:cNvSpPr/>
            <p:nvPr/>
          </p:nvSpPr>
          <p:spPr>
            <a:xfrm>
              <a:off x="3474720" y="0"/>
              <a:ext cx="6177282" cy="1778750"/>
            </a:xfrm>
            <a:custGeom>
              <a:rect b="b" l="l" r="r" t="t"/>
              <a:pathLst>
                <a:path extrusionOk="0" h="1849426" w="6386648">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lt1">
                <a:alpha val="4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7" name="Google Shape;97;p1"/>
            <p:cNvSpPr/>
            <p:nvPr/>
          </p:nvSpPr>
          <p:spPr>
            <a:xfrm>
              <a:off x="0" y="2390523"/>
              <a:ext cx="611491" cy="1421482"/>
            </a:xfrm>
            <a:custGeom>
              <a:rect b="b" l="l" r="r" t="t"/>
              <a:pathLst>
                <a:path extrusionOk="0" h="1429512" w="611491">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 name="Google Shape;98;p1"/>
            <p:cNvSpPr/>
            <p:nvPr/>
          </p:nvSpPr>
          <p:spPr>
            <a:xfrm>
              <a:off x="3792772" y="0"/>
              <a:ext cx="2423863" cy="1343767"/>
            </a:xfrm>
            <a:custGeom>
              <a:rect b="b" l="l" r="r" t="t"/>
              <a:pathLst>
                <a:path extrusionOk="0" h="1681468" w="3015964">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lt1">
                <a:alpha val="980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9" name="Google Shape;99;p1"/>
            <p:cNvSpPr/>
            <p:nvPr/>
          </p:nvSpPr>
          <p:spPr>
            <a:xfrm>
              <a:off x="10946850" y="0"/>
              <a:ext cx="1242102" cy="2620884"/>
            </a:xfrm>
            <a:custGeom>
              <a:rect b="b" l="l" r="r" t="t"/>
              <a:pathLst>
                <a:path extrusionOk="0" h="2635689" w="1242102">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lt1">
                <a:alpha val="4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 name="Google Shape;100;p1"/>
            <p:cNvSpPr/>
            <p:nvPr/>
          </p:nvSpPr>
          <p:spPr>
            <a:xfrm>
              <a:off x="0" y="0"/>
              <a:ext cx="1577788" cy="980141"/>
            </a:xfrm>
            <a:custGeom>
              <a:rect b="b" l="l" r="r" t="t"/>
              <a:pathLst>
                <a:path extrusionOk="0" h="795676" w="1471018">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01" name="Google Shape;101;p1"/>
          <p:cNvSpPr txBox="1"/>
          <p:nvPr>
            <p:ph type="ctrTitle"/>
          </p:nvPr>
        </p:nvSpPr>
        <p:spPr>
          <a:xfrm>
            <a:off x="464185" y="405130"/>
            <a:ext cx="7764780" cy="153479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012D86"/>
              </a:buClr>
              <a:buSzPts val="4800"/>
              <a:buFont typeface="Bell MT"/>
              <a:buNone/>
            </a:pPr>
            <a:r>
              <a:rPr b="1" lang="en-US" sz="4800">
                <a:solidFill>
                  <a:srgbClr val="012D86"/>
                </a:solidFill>
                <a:latin typeface="Bell MT"/>
                <a:ea typeface="Bell MT"/>
                <a:cs typeface="Bell MT"/>
                <a:sym typeface="Bell MT"/>
              </a:rPr>
              <a:t>Asp.Net Core – Razor Pages</a:t>
            </a:r>
            <a:endParaRPr b="1" sz="4800">
              <a:solidFill>
                <a:srgbClr val="012D86"/>
              </a:solidFill>
              <a:latin typeface="Bell MT"/>
              <a:ea typeface="Bell MT"/>
              <a:cs typeface="Bell MT"/>
              <a:sym typeface="Bell MT"/>
            </a:endParaRPr>
          </a:p>
        </p:txBody>
      </p:sp>
      <p:sp>
        <p:nvSpPr>
          <p:cNvPr id="102" name="Google Shape;102;p1"/>
          <p:cNvSpPr txBox="1"/>
          <p:nvPr>
            <p:ph idx="1" type="subTitle"/>
          </p:nvPr>
        </p:nvSpPr>
        <p:spPr>
          <a:xfrm>
            <a:off x="810079" y="1939665"/>
            <a:ext cx="8701694" cy="2374078"/>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012D86"/>
              </a:buClr>
              <a:buSzPts val="1800"/>
              <a:buFont typeface="Arial"/>
              <a:buNone/>
            </a:pPr>
            <a:r>
              <a:rPr lang="en-US" cap="small">
                <a:solidFill>
                  <a:srgbClr val="012D86"/>
                </a:solidFill>
              </a:rPr>
              <a:t>ASP.Net Core Web Developer Program @ Aitrich Academy</a:t>
            </a:r>
            <a:endParaRPr cap="small">
              <a:solidFill>
                <a:srgbClr val="012D86"/>
              </a:solidFill>
            </a:endParaRPr>
          </a:p>
        </p:txBody>
      </p:sp>
      <p:pic>
        <p:nvPicPr>
          <p:cNvPr descr="Aitrich-Logo-Transparent-BG-2048x671" id="103" name="Google Shape;103;p1"/>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500"/>
                                        <p:tgtEl>
                                          <p:spTgt spid="88"/>
                                        </p:tgtEl>
                                      </p:cBhvr>
                                    </p:animEffect>
                                  </p:childTnLst>
                                </p:cTn>
                              </p:par>
                              <p:par>
                                <p:cTn fill="hold" nodeType="with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500"/>
                                        <p:tgtEl>
                                          <p:spTgt spid="89"/>
                                        </p:tgtEl>
                                      </p:cBhvr>
                                    </p:animEffect>
                                  </p:childTnLst>
                                </p:cTn>
                              </p:par>
                              <p:par>
                                <p:cTn fill="hold" nodeType="with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500"/>
                                        <p:tgtEl>
                                          <p:spTgt spid="92"/>
                                        </p:tgtEl>
                                      </p:cBhvr>
                                    </p:animEffect>
                                  </p:childTnLst>
                                </p:cTn>
                              </p:par>
                              <p:par>
                                <p:cTn fill="hold" nodeType="with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500"/>
                                        <p:tgtEl>
                                          <p:spTgt spid="93"/>
                                        </p:tgtEl>
                                      </p:cBhvr>
                                    </p:animEffect>
                                  </p:childTnLst>
                                </p:cTn>
                              </p:par>
                              <p:par>
                                <p:cTn fill="hold" nodeType="with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par>
                                <p:cTn fill="hold" nodeType="withEffect" presetClass="entr" presetID="10"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animEffect filter="fade" transition="in">
                                      <p:cBhvr>
                                        <p:cTn dur="500"/>
                                        <p:tgtEl>
                                          <p:spTgt spid="10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000"/>
              <a:buFont typeface="Bell MT"/>
              <a:buNone/>
            </a:pPr>
            <a:r>
              <a:rPr b="1" lang="en-US" sz="4000">
                <a:solidFill>
                  <a:srgbClr val="012D86"/>
                </a:solidFill>
                <a:latin typeface="Bell MT"/>
                <a:ea typeface="Bell MT"/>
                <a:cs typeface="Bell MT"/>
                <a:sym typeface="Bell MT"/>
              </a:rPr>
              <a:t>What are Razor Pages?</a:t>
            </a:r>
            <a:endParaRPr b="1" sz="4000">
              <a:solidFill>
                <a:srgbClr val="012D86"/>
              </a:solidFill>
              <a:latin typeface="Bell MT"/>
              <a:ea typeface="Bell MT"/>
              <a:cs typeface="Bell MT"/>
              <a:sym typeface="Bell MT"/>
            </a:endParaRPr>
          </a:p>
        </p:txBody>
      </p:sp>
      <p:pic>
        <p:nvPicPr>
          <p:cNvPr id="109" name="Google Shape;109;p2"/>
          <p:cNvPicPr preferRelativeResize="0"/>
          <p:nvPr>
            <p:ph idx="1" type="body"/>
          </p:nvPr>
        </p:nvPicPr>
        <p:blipFill rotWithShape="1">
          <a:blip r:embed="rId3">
            <a:alphaModFix/>
          </a:blip>
          <a:srcRect b="0" l="0" r="0" t="0"/>
          <a:stretch/>
        </p:blipFill>
        <p:spPr>
          <a:xfrm>
            <a:off x="6309995" y="3761105"/>
            <a:ext cx="4909820" cy="1919605"/>
          </a:xfrm>
          <a:prstGeom prst="rect">
            <a:avLst/>
          </a:prstGeom>
          <a:noFill/>
          <a:ln>
            <a:noFill/>
          </a:ln>
        </p:spPr>
      </p:pic>
      <p:sp>
        <p:nvSpPr>
          <p:cNvPr id="110" name="Google Shape;110;p2"/>
          <p:cNvSpPr/>
          <p:nvPr/>
        </p:nvSpPr>
        <p:spPr>
          <a:xfrm>
            <a:off x="690910" y="2072390"/>
            <a:ext cx="6216000" cy="13302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dk1"/>
              </a:buClr>
              <a:buSzPts val="1800"/>
              <a:buFont typeface="Arial"/>
              <a:buNone/>
            </a:pPr>
            <a:r>
              <a:t/>
            </a:r>
            <a:endParaRPr b="0" i="0" sz="1800" u="none" cap="none" strike="noStrike">
              <a:solidFill>
                <a:schemeClr val="lt1"/>
              </a:solidFill>
              <a:latin typeface="Comic Sans MS"/>
              <a:ea typeface="Comic Sans MS"/>
              <a:cs typeface="Comic Sans MS"/>
              <a:sym typeface="Comic Sans MS"/>
            </a:endParaRPr>
          </a:p>
          <a:p>
            <a:pPr indent="0" lvl="0" marL="0" marR="0" rtl="0" algn="l">
              <a:lnSpc>
                <a:spcPct val="110000"/>
              </a:lnSpc>
              <a:spcBef>
                <a:spcPts val="0"/>
              </a:spcBef>
              <a:spcAft>
                <a:spcPts val="0"/>
              </a:spcAft>
              <a:buClr>
                <a:schemeClr val="dk1"/>
              </a:buClr>
              <a:buSzPts val="1800"/>
              <a:buFont typeface="Arial"/>
              <a:buNone/>
            </a:pPr>
            <a:r>
              <a:t/>
            </a:r>
            <a:endParaRPr b="0" i="0" sz="1800" u="none" cap="none" strike="noStrike">
              <a:solidFill>
                <a:schemeClr val="lt1"/>
              </a:solidFill>
              <a:latin typeface="Comic Sans MS"/>
              <a:ea typeface="Comic Sans MS"/>
              <a:cs typeface="Comic Sans MS"/>
              <a:sym typeface="Comic Sans MS"/>
            </a:endParaRPr>
          </a:p>
          <a:p>
            <a:pPr indent="0" lvl="0" marL="0" marR="0" rtl="0" algn="l">
              <a:lnSpc>
                <a:spcPct val="110000"/>
              </a:lnSpc>
              <a:spcBef>
                <a:spcPts val="0"/>
              </a:spcBef>
              <a:spcAft>
                <a:spcPts val="0"/>
              </a:spcAft>
              <a:buClr>
                <a:schemeClr val="lt1"/>
              </a:buClr>
              <a:buSzPts val="1800"/>
              <a:buFont typeface="Comic Sans MS"/>
              <a:buNone/>
            </a:pPr>
            <a:r>
              <a:rPr b="0" i="0" lang="en-US" sz="1800" u="none" cap="none" strike="noStrike">
                <a:solidFill>
                  <a:schemeClr val="lt1"/>
                </a:solidFill>
                <a:latin typeface="Comic Sans MS"/>
                <a:ea typeface="Comic Sans MS"/>
                <a:cs typeface="Comic Sans MS"/>
                <a:sym typeface="Comic Sans MS"/>
              </a:rPr>
              <a:t>Razor Pages is a server-side, page-centric programming model for building web UI with ASP.NET Core.</a:t>
            </a:r>
            <a:endParaRPr b="0" i="0" sz="1800" u="none" cap="none" strike="noStrike">
              <a:solidFill>
                <a:schemeClr val="lt1"/>
              </a:solidFill>
              <a:latin typeface="Comic Sans MS"/>
              <a:ea typeface="Comic Sans MS"/>
              <a:cs typeface="Comic Sans MS"/>
              <a:sym typeface="Comic Sans MS"/>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1" name="Google Shape;111;p2"/>
          <p:cNvSpPr txBox="1"/>
          <p:nvPr/>
        </p:nvSpPr>
        <p:spPr>
          <a:xfrm>
            <a:off x="6447155" y="5680710"/>
            <a:ext cx="170624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12D86"/>
                </a:solidFill>
                <a:latin typeface="Comic Sans MS"/>
                <a:ea typeface="Comic Sans MS"/>
                <a:cs typeface="Comic Sans MS"/>
                <a:sym typeface="Comic Sans MS"/>
              </a:rPr>
              <a:t>Client Content</a:t>
            </a:r>
            <a:endParaRPr b="0" i="0" sz="1800" u="none" cap="none" strike="noStrike">
              <a:solidFill>
                <a:srgbClr val="012D86"/>
              </a:solidFill>
              <a:latin typeface="Comic Sans MS"/>
              <a:ea typeface="Comic Sans MS"/>
              <a:cs typeface="Comic Sans MS"/>
              <a:sym typeface="Comic Sans MS"/>
            </a:endParaRPr>
          </a:p>
        </p:txBody>
      </p:sp>
      <p:sp>
        <p:nvSpPr>
          <p:cNvPr id="112" name="Google Shape;112;p2"/>
          <p:cNvSpPr txBox="1"/>
          <p:nvPr/>
        </p:nvSpPr>
        <p:spPr>
          <a:xfrm>
            <a:off x="9613265" y="5680710"/>
            <a:ext cx="150812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12D86"/>
                </a:solidFill>
                <a:latin typeface="Comic Sans MS"/>
                <a:ea typeface="Comic Sans MS"/>
                <a:cs typeface="Comic Sans MS"/>
                <a:sym typeface="Comic Sans MS"/>
              </a:rPr>
              <a:t>Server Code</a:t>
            </a:r>
            <a:endParaRPr b="0" i="0" sz="1800" u="none" cap="none" strike="noStrike">
              <a:solidFill>
                <a:srgbClr val="012D86"/>
              </a:solidFill>
              <a:latin typeface="Comic Sans MS"/>
              <a:ea typeface="Comic Sans MS"/>
              <a:cs typeface="Comic Sans MS"/>
              <a:sym typeface="Comic Sans MS"/>
            </a:endParaRPr>
          </a:p>
        </p:txBody>
      </p:sp>
      <p:pic>
        <p:nvPicPr>
          <p:cNvPr descr="Aitrich-Logo-Transparent-BG-2048x671" id="113" name="Google Shape;113;p2"/>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500"/>
                                        <p:tgtEl>
                                          <p:spTgt spid="109"/>
                                        </p:tgtEl>
                                      </p:cBhvr>
                                    </p:animEffect>
                                  </p:childTnLst>
                                </p:cTn>
                              </p:par>
                              <p:par>
                                <p:cTn fill="hold" nodeType="with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500"/>
                                        <p:tgtEl>
                                          <p:spTgt spid="110"/>
                                        </p:tgtEl>
                                      </p:cBhvr>
                                    </p:animEffect>
                                  </p:childTnLst>
                                </p:cTn>
                              </p:par>
                              <p:par>
                                <p:cTn fill="hold" nodeType="with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500"/>
                                        <p:tgtEl>
                                          <p:spTgt spid="111"/>
                                        </p:tgtEl>
                                      </p:cBhvr>
                                    </p:animEffect>
                                  </p:childTnLst>
                                </p:cTn>
                              </p:par>
                              <p:par>
                                <p:cTn fill="hold" nodeType="with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500"/>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 name="Shape 117"/>
        <p:cNvGrpSpPr/>
        <p:nvPr/>
      </p:nvGrpSpPr>
      <p:grpSpPr>
        <a:xfrm>
          <a:off x="0" y="0"/>
          <a:ext cx="0" cy="0"/>
          <a:chOff x="0" y="0"/>
          <a:chExt cx="0" cy="0"/>
        </a:xfrm>
      </p:grpSpPr>
      <p:sp>
        <p:nvSpPr>
          <p:cNvPr id="118" name="Google Shape;118;p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Razor Pages</a:t>
            </a:r>
            <a:endParaRPr b="1">
              <a:solidFill>
                <a:srgbClr val="012D86"/>
              </a:solidFill>
              <a:latin typeface="Bell MT"/>
              <a:ea typeface="Bell MT"/>
              <a:cs typeface="Bell MT"/>
              <a:sym typeface="Bell MT"/>
            </a:endParaRPr>
          </a:p>
        </p:txBody>
      </p:sp>
      <p:grpSp>
        <p:nvGrpSpPr>
          <p:cNvPr id="119" name="Google Shape;119;p3"/>
          <p:cNvGrpSpPr/>
          <p:nvPr/>
        </p:nvGrpSpPr>
        <p:grpSpPr>
          <a:xfrm>
            <a:off x="609600" y="1613545"/>
            <a:ext cx="9616440" cy="4499590"/>
            <a:chOff x="0" y="13345"/>
            <a:chExt cx="9616440" cy="4499590"/>
          </a:xfrm>
        </p:grpSpPr>
        <p:sp>
          <p:nvSpPr>
            <p:cNvPr id="120" name="Google Shape;120;p3"/>
            <p:cNvSpPr/>
            <p:nvPr/>
          </p:nvSpPr>
          <p:spPr>
            <a:xfrm>
              <a:off x="0" y="13345"/>
              <a:ext cx="9616440" cy="798830"/>
            </a:xfrm>
            <a:prstGeom prst="roundRect">
              <a:avLst>
                <a:gd fmla="val 16667" name="adj"/>
              </a:avLst>
            </a:prstGeom>
            <a:gradFill>
              <a:gsLst>
                <a:gs pos="0">
                  <a:srgbClr val="6E91B6"/>
                </a:gs>
                <a:gs pos="50000">
                  <a:srgbClr val="5484B2"/>
                </a:gs>
                <a:gs pos="100000">
                  <a:srgbClr val="4673A1"/>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
            <p:cNvSpPr txBox="1"/>
            <p:nvPr/>
          </p:nvSpPr>
          <p:spPr>
            <a:xfrm>
              <a:off x="0" y="13345"/>
              <a:ext cx="9616440" cy="79883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An ASP.NET Razor page has the “.cshtml” (e.g., “Index.cshtml”) file extension</a:t>
              </a:r>
              <a:r>
                <a:rPr b="0" i="0" lang="en-US" sz="1800" u="none" cap="none" strike="noStrike">
                  <a:solidFill>
                    <a:schemeClr val="dk1"/>
                  </a:solidFill>
                  <a:latin typeface="Comic Sans MS"/>
                  <a:ea typeface="Comic Sans MS"/>
                  <a:cs typeface="Comic Sans MS"/>
                  <a:sym typeface="Comic Sans MS"/>
                </a:rPr>
                <a:t>. </a:t>
              </a:r>
              <a:endParaRPr b="0" i="0" sz="1800" u="none" cap="none" strike="noStrike">
                <a:solidFill>
                  <a:schemeClr val="dk1"/>
                </a:solidFill>
                <a:latin typeface="Comic Sans MS"/>
                <a:ea typeface="Comic Sans MS"/>
                <a:cs typeface="Comic Sans MS"/>
                <a:sym typeface="Comic Sans MS"/>
              </a:endParaRPr>
            </a:p>
          </p:txBody>
        </p:sp>
        <p:sp>
          <p:nvSpPr>
            <p:cNvPr id="122" name="Google Shape;122;p3"/>
            <p:cNvSpPr/>
            <p:nvPr/>
          </p:nvSpPr>
          <p:spPr>
            <a:xfrm>
              <a:off x="0" y="864015"/>
              <a:ext cx="9616440" cy="798830"/>
            </a:xfrm>
            <a:prstGeom prst="roundRect">
              <a:avLst>
                <a:gd fmla="val 16667" name="adj"/>
              </a:avLst>
            </a:prstGeom>
            <a:gradFill>
              <a:gsLst>
                <a:gs pos="0">
                  <a:srgbClr val="8BAED7"/>
                </a:gs>
                <a:gs pos="50000">
                  <a:srgbClr val="77A4D5"/>
                </a:gs>
                <a:gs pos="100000">
                  <a:srgbClr val="6490C1"/>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
            <p:cNvSpPr txBox="1"/>
            <p:nvPr/>
          </p:nvSpPr>
          <p:spPr>
            <a:xfrm>
              <a:off x="0" y="864015"/>
              <a:ext cx="9616440" cy="79883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This file contains a mix of HTML and Razor syntax. The Razor syntax is actually C# code mixed  together with the HTML code.</a:t>
              </a:r>
              <a:r>
                <a:rPr b="0" i="0" lang="en-US" sz="2200" u="none" cap="none" strike="noStrike">
                  <a:solidFill>
                    <a:schemeClr val="dk1"/>
                  </a:solidFill>
                  <a:latin typeface="Arial"/>
                  <a:ea typeface="Arial"/>
                  <a:cs typeface="Arial"/>
                  <a:sym typeface="Arial"/>
                </a:rPr>
                <a:t> </a:t>
              </a:r>
              <a:endParaRPr b="0" i="0" sz="2200" u="none" cap="none" strike="noStrike">
                <a:solidFill>
                  <a:schemeClr val="dk1"/>
                </a:solidFill>
                <a:latin typeface="Arial"/>
                <a:ea typeface="Arial"/>
                <a:cs typeface="Arial"/>
                <a:sym typeface="Arial"/>
              </a:endParaRPr>
            </a:p>
          </p:txBody>
        </p:sp>
        <p:sp>
          <p:nvSpPr>
            <p:cNvPr id="124" name="Google Shape;124;p3"/>
            <p:cNvSpPr/>
            <p:nvPr/>
          </p:nvSpPr>
          <p:spPr>
            <a:xfrm>
              <a:off x="0" y="1714685"/>
              <a:ext cx="9616440" cy="798830"/>
            </a:xfrm>
            <a:prstGeom prst="roundRect">
              <a:avLst>
                <a:gd fmla="val 16667" name="adj"/>
              </a:avLst>
            </a:prstGeom>
            <a:gradFill>
              <a:gsLst>
                <a:gs pos="0">
                  <a:srgbClr val="B3CEEF"/>
                </a:gs>
                <a:gs pos="50000">
                  <a:srgbClr val="A4C6EF"/>
                </a:gs>
                <a:gs pos="100000">
                  <a:srgbClr val="8DAED8"/>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txBox="1"/>
            <p:nvPr/>
          </p:nvSpPr>
          <p:spPr>
            <a:xfrm>
              <a:off x="0" y="1714685"/>
              <a:ext cx="9616440" cy="79883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The Razor parts of the file are executed on the web server before the page is sent to the  client (your web browser).</a:t>
              </a:r>
              <a:r>
                <a:rPr b="0" i="0" lang="en-US" sz="2200" u="none" cap="none" strike="noStrike">
                  <a:solidFill>
                    <a:schemeClr val="dk1"/>
                  </a:solidFill>
                  <a:latin typeface="Arial"/>
                  <a:ea typeface="Arial"/>
                  <a:cs typeface="Arial"/>
                  <a:sym typeface="Arial"/>
                </a:rPr>
                <a:t> </a:t>
              </a:r>
              <a:endParaRPr b="0" i="0" sz="2200" u="none" cap="none" strike="noStrike">
                <a:solidFill>
                  <a:schemeClr val="dk1"/>
                </a:solidFill>
                <a:latin typeface="Arial"/>
                <a:ea typeface="Arial"/>
                <a:cs typeface="Arial"/>
                <a:sym typeface="Arial"/>
              </a:endParaRPr>
            </a:p>
          </p:txBody>
        </p:sp>
        <p:sp>
          <p:nvSpPr>
            <p:cNvPr id="126" name="Google Shape;126;p3"/>
            <p:cNvSpPr/>
            <p:nvPr/>
          </p:nvSpPr>
          <p:spPr>
            <a:xfrm>
              <a:off x="0" y="2565355"/>
              <a:ext cx="9616440" cy="798830"/>
            </a:xfrm>
            <a:prstGeom prst="roundRect">
              <a:avLst>
                <a:gd fmla="val 16667" name="adj"/>
              </a:avLst>
            </a:prstGeom>
            <a:gradFill>
              <a:gsLst>
                <a:gs pos="0">
                  <a:srgbClr val="B5CFED"/>
                </a:gs>
                <a:gs pos="50000">
                  <a:srgbClr val="A6C7ED"/>
                </a:gs>
                <a:gs pos="100000">
                  <a:srgbClr val="8EAFD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
            <p:cNvSpPr txBox="1"/>
            <p:nvPr/>
          </p:nvSpPr>
          <p:spPr>
            <a:xfrm>
              <a:off x="0" y="2565355"/>
              <a:ext cx="9616440" cy="79883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The Razor page may also have a C# code file linked to it, this file has the extension</a:t>
              </a:r>
              <a:r>
                <a:rPr b="0" i="0" lang="en-US" sz="2200" u="none" cap="none" strike="noStrike">
                  <a:solidFill>
                    <a:schemeClr val="dk1"/>
                  </a:solidFill>
                  <a:latin typeface="Arial"/>
                  <a:ea typeface="Arial"/>
                  <a:cs typeface="Arial"/>
                  <a:sym typeface="Arial"/>
                </a:rPr>
                <a:t> </a:t>
              </a:r>
              <a:endParaRPr b="0" i="0" sz="2200" u="none" cap="none" strike="noStrike">
                <a:solidFill>
                  <a:schemeClr val="dk1"/>
                </a:solidFill>
                <a:latin typeface="Arial"/>
                <a:ea typeface="Arial"/>
                <a:cs typeface="Arial"/>
                <a:sym typeface="Arial"/>
              </a:endParaRPr>
            </a:p>
          </p:txBody>
        </p:sp>
        <p:sp>
          <p:nvSpPr>
            <p:cNvPr id="128" name="Google Shape;128;p3"/>
            <p:cNvSpPr/>
            <p:nvPr/>
          </p:nvSpPr>
          <p:spPr>
            <a:xfrm>
              <a:off x="0" y="3416025"/>
              <a:ext cx="9616440" cy="798830"/>
            </a:xfrm>
            <a:prstGeom prst="roundRect">
              <a:avLst>
                <a:gd fmla="val 16667" name="adj"/>
              </a:avLst>
            </a:prstGeom>
            <a:gradFill>
              <a:gsLst>
                <a:gs pos="0">
                  <a:srgbClr val="8BAED6"/>
                </a:gs>
                <a:gs pos="50000">
                  <a:srgbClr val="77A4D5"/>
                </a:gs>
                <a:gs pos="100000">
                  <a:srgbClr val="6490C0"/>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3"/>
            <p:cNvSpPr txBox="1"/>
            <p:nvPr/>
          </p:nvSpPr>
          <p:spPr>
            <a:xfrm>
              <a:off x="0" y="3416025"/>
              <a:ext cx="9616440" cy="79883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In Razor with Page Model each Razor page is a pair of files: </a:t>
              </a:r>
              <a:endParaRPr b="0" i="0" sz="1600" u="none" cap="none" strike="noStrike">
                <a:solidFill>
                  <a:schemeClr val="dk1"/>
                </a:solidFill>
                <a:latin typeface="Comic Sans MS"/>
                <a:ea typeface="Comic Sans MS"/>
                <a:cs typeface="Comic Sans MS"/>
                <a:sym typeface="Comic Sans MS"/>
              </a:endParaRPr>
            </a:p>
          </p:txBody>
        </p:sp>
        <p:sp>
          <p:nvSpPr>
            <p:cNvPr id="130" name="Google Shape;130;p3"/>
            <p:cNvSpPr/>
            <p:nvPr/>
          </p:nvSpPr>
          <p:spPr>
            <a:xfrm>
              <a:off x="0" y="4214855"/>
              <a:ext cx="9616440" cy="29808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
            <p:cNvSpPr txBox="1"/>
            <p:nvPr/>
          </p:nvSpPr>
          <p:spPr>
            <a:xfrm>
              <a:off x="0" y="4214855"/>
              <a:ext cx="9616440" cy="298080"/>
            </a:xfrm>
            <a:prstGeom prst="rect">
              <a:avLst/>
            </a:prstGeom>
            <a:noFill/>
            <a:ln>
              <a:noFill/>
            </a:ln>
          </p:spPr>
          <p:txBody>
            <a:bodyPr anchorCtr="0" anchor="t" bIns="17775" lIns="305300" spcFirstLastPara="1" rIns="99550" wrap="square" tIns="17775">
              <a:noAutofit/>
            </a:bodyPr>
            <a:lstStyle/>
            <a:p>
              <a:pPr indent="-25400" lvl="1" marL="114300" marR="0" rtl="0" algn="l">
                <a:lnSpc>
                  <a:spcPct val="100000"/>
                </a:lnSpc>
                <a:spcBef>
                  <a:spcPts val="0"/>
                </a:spcBef>
                <a:spcAft>
                  <a:spcPts val="0"/>
                </a:spcAft>
                <a:buClr>
                  <a:schemeClr val="dk1"/>
                </a:buClr>
                <a:buSzPts val="1400"/>
                <a:buFont typeface="Arial"/>
                <a:buNone/>
              </a:pPr>
              <a:r>
                <a:t/>
              </a:r>
              <a:endParaRPr b="1" i="0" sz="1400" u="none" cap="none" strike="noStrike">
                <a:solidFill>
                  <a:schemeClr val="dk1"/>
                </a:solidFill>
                <a:latin typeface="Comic Sans MS"/>
                <a:ea typeface="Comic Sans MS"/>
                <a:cs typeface="Comic Sans MS"/>
                <a:sym typeface="Comic Sans MS"/>
              </a:endParaRPr>
            </a:p>
          </p:txBody>
        </p:sp>
      </p:grpSp>
      <p:pic>
        <p:nvPicPr>
          <p:cNvPr descr="Aitrich-Logo-Transparent-BG-2048x671" id="132" name="Google Shape;132;p3"/>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50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
        <p:nvSpPr>
          <p:cNvPr id="137" name="Google Shape;137;p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8" name="Google Shape;138;p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12D86"/>
              </a:buClr>
              <a:buSzPts val="4000"/>
              <a:buFont typeface="Bell MT"/>
              <a:buNone/>
            </a:pPr>
            <a:r>
              <a:rPr b="1" lang="en-US" sz="4000">
                <a:solidFill>
                  <a:srgbClr val="012D86"/>
                </a:solidFill>
                <a:latin typeface="Bell MT"/>
                <a:ea typeface="Bell MT"/>
                <a:cs typeface="Bell MT"/>
                <a:sym typeface="Bell MT"/>
              </a:rPr>
              <a:t>Benefits of Razor Pages</a:t>
            </a:r>
            <a:endParaRPr b="1" sz="4000">
              <a:solidFill>
                <a:srgbClr val="012D86"/>
              </a:solidFill>
              <a:latin typeface="Bell MT"/>
              <a:ea typeface="Bell MT"/>
              <a:cs typeface="Bell MT"/>
              <a:sym typeface="Bell MT"/>
            </a:endParaRPr>
          </a:p>
        </p:txBody>
      </p:sp>
      <p:sp>
        <p:nvSpPr>
          <p:cNvPr id="139" name="Google Shape;139;p4"/>
          <p:cNvSpPr/>
          <p:nvPr/>
        </p:nvSpPr>
        <p:spPr>
          <a:xfrm>
            <a:off x="628015" y="4069715"/>
            <a:ext cx="6350635" cy="74168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Html + server-side c# code by using Razor syntax </a:t>
            </a:r>
            <a:endParaRPr b="0" i="0" sz="1600" u="none" cap="none" strike="noStrike">
              <a:solidFill>
                <a:schemeClr val="lt1"/>
              </a:solidFill>
              <a:latin typeface="Comic Sans MS"/>
              <a:ea typeface="Comic Sans MS"/>
              <a:cs typeface="Comic Sans MS"/>
              <a:sym typeface="Comic Sans MS"/>
            </a:endParaRPr>
          </a:p>
        </p:txBody>
      </p:sp>
      <p:sp>
        <p:nvSpPr>
          <p:cNvPr id="140" name="Google Shape;140;p4"/>
          <p:cNvSpPr/>
          <p:nvPr/>
        </p:nvSpPr>
        <p:spPr>
          <a:xfrm>
            <a:off x="628015" y="1873885"/>
            <a:ext cx="6350635" cy="9144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Makes it easy to get started building dynamic web apps with html,css and c# </a:t>
            </a:r>
            <a:endParaRPr b="0" i="0" sz="1600" u="none" cap="none" strike="noStrike">
              <a:solidFill>
                <a:schemeClr val="lt1"/>
              </a:solidFill>
              <a:latin typeface="Comic Sans MS"/>
              <a:ea typeface="Comic Sans MS"/>
              <a:cs typeface="Comic Sans MS"/>
              <a:sym typeface="Comic Sans MS"/>
            </a:endParaRPr>
          </a:p>
        </p:txBody>
      </p:sp>
      <p:sp>
        <p:nvSpPr>
          <p:cNvPr id="141" name="Google Shape;141;p4"/>
          <p:cNvSpPr/>
          <p:nvPr/>
        </p:nvSpPr>
        <p:spPr>
          <a:xfrm>
            <a:off x="628015" y="2971800"/>
            <a:ext cx="6350635" cy="9144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Encourages organization of files by feature, which eases maintanence of your app</a:t>
            </a:r>
            <a:endParaRPr b="0" i="0" sz="1600" u="none" cap="none" strike="noStrike">
              <a:solidFill>
                <a:schemeClr val="lt1"/>
              </a:solidFill>
              <a:latin typeface="Comic Sans MS"/>
              <a:ea typeface="Comic Sans MS"/>
              <a:cs typeface="Comic Sans MS"/>
              <a:sym typeface="Comic Sans MS"/>
            </a:endParaRPr>
          </a:p>
        </p:txBody>
      </p:sp>
      <p:pic>
        <p:nvPicPr>
          <p:cNvPr descr="3808949" id="142" name="Google Shape;142;p4"/>
          <p:cNvPicPr preferRelativeResize="0"/>
          <p:nvPr>
            <p:ph idx="1" type="body"/>
          </p:nvPr>
        </p:nvPicPr>
        <p:blipFill rotWithShape="1">
          <a:blip r:embed="rId3">
            <a:alphaModFix/>
          </a:blip>
          <a:srcRect b="0" l="0" r="0" t="0"/>
          <a:stretch/>
        </p:blipFill>
        <p:spPr>
          <a:xfrm>
            <a:off x="7059930" y="1873885"/>
            <a:ext cx="5071745" cy="3583940"/>
          </a:xfrm>
          <a:prstGeom prst="rect">
            <a:avLst/>
          </a:prstGeom>
          <a:noFill/>
          <a:ln>
            <a:noFill/>
          </a:ln>
        </p:spPr>
      </p:pic>
      <p:pic>
        <p:nvPicPr>
          <p:cNvPr descr="Aitrich-Logo-Transparent-BG-2048x671" id="143" name="Google Shape;143;p4"/>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500"/>
                                        <p:tgtEl>
                                          <p:spTgt spid="138"/>
                                        </p:tgtEl>
                                      </p:cBhvr>
                                    </p:animEffect>
                                  </p:childTnLst>
                                </p:cTn>
                              </p:par>
                              <p:par>
                                <p:cTn fill="hold" nodeType="with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12D86"/>
              </a:buClr>
              <a:buSzPct val="100000"/>
              <a:buFont typeface="Bell MT"/>
              <a:buNone/>
            </a:pPr>
            <a:r>
              <a:rPr b="1" lang="en-US">
                <a:solidFill>
                  <a:srgbClr val="012D86"/>
                </a:solidFill>
                <a:latin typeface="Bell MT"/>
                <a:ea typeface="Bell MT"/>
                <a:cs typeface="Bell MT"/>
                <a:sym typeface="Bell MT"/>
              </a:rPr>
              <a:t>When to use Razor Pages</a:t>
            </a:r>
            <a:br>
              <a:rPr lang="en-US">
                <a:solidFill>
                  <a:srgbClr val="012D86"/>
                </a:solidFill>
              </a:rPr>
            </a:br>
            <a:endParaRPr>
              <a:solidFill>
                <a:srgbClr val="012D86"/>
              </a:solidFill>
            </a:endParaRPr>
          </a:p>
        </p:txBody>
      </p:sp>
      <p:sp>
        <p:nvSpPr>
          <p:cNvPr id="149" name="Google Shape;149;p5"/>
          <p:cNvSpPr/>
          <p:nvPr/>
        </p:nvSpPr>
        <p:spPr>
          <a:xfrm>
            <a:off x="1034415" y="2828290"/>
            <a:ext cx="3225165" cy="15875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Appropriate for client-heavy SPA(single page app) scenarios  as React and Angular</a:t>
            </a:r>
            <a:endParaRPr b="0" i="0" sz="1600" u="none" cap="none" strike="noStrike">
              <a:solidFill>
                <a:schemeClr val="lt1"/>
              </a:solidFill>
              <a:latin typeface="Comic Sans MS"/>
              <a:ea typeface="Comic Sans MS"/>
              <a:cs typeface="Comic Sans MS"/>
              <a:sym typeface="Comic Sans MS"/>
            </a:endParaRPr>
          </a:p>
        </p:txBody>
      </p:sp>
      <p:sp>
        <p:nvSpPr>
          <p:cNvPr id="150" name="Google Shape;150;p5"/>
          <p:cNvSpPr/>
          <p:nvPr/>
        </p:nvSpPr>
        <p:spPr>
          <a:xfrm>
            <a:off x="8074025" y="2809240"/>
            <a:ext cx="3225165" cy="15875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Server-side applications that are organized by feature,Easy to start,scales to large applications.</a:t>
            </a:r>
            <a:endParaRPr b="0" i="0" sz="1600" u="none" cap="none" strike="noStrike">
              <a:solidFill>
                <a:schemeClr val="lt1"/>
              </a:solidFill>
              <a:latin typeface="Comic Sans MS"/>
              <a:ea typeface="Comic Sans MS"/>
              <a:cs typeface="Comic Sans MS"/>
              <a:sym typeface="Comic Sans MS"/>
            </a:endParaRPr>
          </a:p>
        </p:txBody>
      </p:sp>
      <p:sp>
        <p:nvSpPr>
          <p:cNvPr id="151" name="Google Shape;151;p5"/>
          <p:cNvSpPr/>
          <p:nvPr/>
        </p:nvSpPr>
        <p:spPr>
          <a:xfrm>
            <a:off x="4554220" y="2809240"/>
            <a:ext cx="3225165" cy="15875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Server-side,organized by controllers,more structured scenarios,original basis of</a:t>
            </a:r>
            <a:endParaRPr b="0" i="0" sz="1600" u="none" cap="none" strike="noStrike">
              <a:solidFill>
                <a:schemeClr val="lt1"/>
              </a:solidFill>
              <a:latin typeface="Comic Sans MS"/>
              <a:ea typeface="Comic Sans MS"/>
              <a:cs typeface="Comic Sans MS"/>
              <a:sym typeface="Comic Sans MS"/>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Razor pages </a:t>
            </a:r>
            <a:endParaRPr b="0" i="0" sz="1600" u="none" cap="none" strike="noStrike">
              <a:solidFill>
                <a:schemeClr val="lt1"/>
              </a:solidFill>
              <a:latin typeface="Comic Sans MS"/>
              <a:ea typeface="Comic Sans MS"/>
              <a:cs typeface="Comic Sans MS"/>
              <a:sym typeface="Comic Sans MS"/>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p:txBody>
      </p:sp>
      <p:sp>
        <p:nvSpPr>
          <p:cNvPr id="152" name="Google Shape;152;p5"/>
          <p:cNvSpPr/>
          <p:nvPr/>
        </p:nvSpPr>
        <p:spPr>
          <a:xfrm>
            <a:off x="8896350" y="2059940"/>
            <a:ext cx="1875155" cy="49085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Razor Pages</a:t>
            </a:r>
            <a:endParaRPr b="1" i="0" sz="1800" u="none" cap="none" strike="noStrike">
              <a:solidFill>
                <a:schemeClr val="dk1"/>
              </a:solidFill>
              <a:latin typeface="Arial"/>
              <a:ea typeface="Arial"/>
              <a:cs typeface="Arial"/>
              <a:sym typeface="Arial"/>
            </a:endParaRPr>
          </a:p>
        </p:txBody>
      </p:sp>
      <p:sp>
        <p:nvSpPr>
          <p:cNvPr id="153" name="Google Shape;153;p5"/>
          <p:cNvSpPr/>
          <p:nvPr/>
        </p:nvSpPr>
        <p:spPr>
          <a:xfrm>
            <a:off x="5320665" y="2056130"/>
            <a:ext cx="1480185" cy="34734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    MVC</a:t>
            </a:r>
            <a:endParaRPr b="1" i="0" sz="1800" u="none" cap="none" strike="noStrike">
              <a:solidFill>
                <a:schemeClr val="dk1"/>
              </a:solidFill>
              <a:latin typeface="Arial"/>
              <a:ea typeface="Arial"/>
              <a:cs typeface="Arial"/>
              <a:sym typeface="Arial"/>
            </a:endParaRPr>
          </a:p>
        </p:txBody>
      </p:sp>
      <p:pic>
        <p:nvPicPr>
          <p:cNvPr descr="Aitrich-Logo-Transparent-BG-2048x671" id="154" name="Google Shape;154;p5"/>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
        <p:nvSpPr>
          <p:cNvPr id="155" name="Google Shape;155;p5"/>
          <p:cNvSpPr/>
          <p:nvPr/>
        </p:nvSpPr>
        <p:spPr>
          <a:xfrm>
            <a:off x="1906905" y="2131695"/>
            <a:ext cx="1480185" cy="34734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    Blazor</a:t>
            </a:r>
            <a:endParaRPr b="1" i="0" sz="18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par>
                                <p:cTn fill="hold" nodeType="with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par>
                                <p:cTn fill="hold" nodeType="with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par>
                                <p:cTn fill="hold" nodeType="with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par>
                                <p:cTn fill="hold" nodeType="with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par>
                                <p:cTn fill="hold" nodeType="with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par>
                                <p:cTn fill="hold" nodeType="with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Arial"/>
              <a:buNone/>
            </a:pPr>
            <a:br>
              <a:rPr lang="en-US"/>
            </a:br>
            <a:r>
              <a:rPr b="1" lang="en-US">
                <a:solidFill>
                  <a:srgbClr val="012D86"/>
                </a:solidFill>
                <a:latin typeface="Bell MT"/>
                <a:ea typeface="Bell MT"/>
                <a:cs typeface="Bell MT"/>
                <a:sym typeface="Bell MT"/>
              </a:rPr>
              <a:t>Razor Pages</a:t>
            </a:r>
            <a:br>
              <a:rPr lang="en-US"/>
            </a:br>
            <a:endParaRPr/>
          </a:p>
        </p:txBody>
      </p:sp>
      <p:sp>
        <p:nvSpPr>
          <p:cNvPr id="161" name="Google Shape;161;p6"/>
          <p:cNvSpPr/>
          <p:nvPr/>
        </p:nvSpPr>
        <p:spPr>
          <a:xfrm>
            <a:off x="719455" y="1525905"/>
            <a:ext cx="5954395" cy="96393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Razor page use a markup language called Razor for embedding server-based code into webpages. </a:t>
            </a:r>
            <a:endParaRPr b="0" i="0" sz="1600" u="none" cap="none" strike="noStrike">
              <a:solidFill>
                <a:schemeClr val="lt1"/>
              </a:solidFill>
              <a:latin typeface="Comic Sans MS"/>
              <a:ea typeface="Comic Sans MS"/>
              <a:cs typeface="Comic Sans MS"/>
              <a:sym typeface="Comic Sans MS"/>
            </a:endParaRPr>
          </a:p>
        </p:txBody>
      </p:sp>
      <p:sp>
        <p:nvSpPr>
          <p:cNvPr id="162" name="Google Shape;162;p6"/>
          <p:cNvSpPr/>
          <p:nvPr/>
        </p:nvSpPr>
        <p:spPr>
          <a:xfrm>
            <a:off x="719455" y="2653665"/>
            <a:ext cx="5954395" cy="96393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Razor syntax is combination of html and c#  where the c# code defines the dynamic rendering logic for the page.</a:t>
            </a:r>
            <a:endParaRPr b="0" i="0" sz="1600" u="none" cap="none" strike="noStrike">
              <a:solidFill>
                <a:schemeClr val="lt1"/>
              </a:solidFill>
              <a:latin typeface="Comic Sans MS"/>
              <a:ea typeface="Comic Sans MS"/>
              <a:cs typeface="Comic Sans MS"/>
              <a:sym typeface="Comic Sans MS"/>
            </a:endParaRPr>
          </a:p>
        </p:txBody>
      </p:sp>
      <p:sp>
        <p:nvSpPr>
          <p:cNvPr id="163" name="Google Shape;163;p6"/>
          <p:cNvSpPr/>
          <p:nvPr/>
        </p:nvSpPr>
        <p:spPr>
          <a:xfrm>
            <a:off x="719455" y="3781425"/>
            <a:ext cx="5954395" cy="96393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In a webpage that uses the razor syntax,there can be two kind of content:Client content and Server Code </a:t>
            </a:r>
            <a:endParaRPr b="0" i="0" sz="1600" u="none" cap="none" strike="noStrike">
              <a:solidFill>
                <a:schemeClr val="lt1"/>
              </a:solidFill>
              <a:latin typeface="Comic Sans MS"/>
              <a:ea typeface="Comic Sans MS"/>
              <a:cs typeface="Comic Sans MS"/>
              <a:sym typeface="Comic Sans MS"/>
            </a:endParaRPr>
          </a:p>
        </p:txBody>
      </p:sp>
      <p:pic>
        <p:nvPicPr>
          <p:cNvPr descr="3907915" id="164" name="Google Shape;164;p6"/>
          <p:cNvPicPr preferRelativeResize="0"/>
          <p:nvPr>
            <p:ph idx="1" type="body"/>
          </p:nvPr>
        </p:nvPicPr>
        <p:blipFill rotWithShape="1">
          <a:blip r:embed="rId3">
            <a:alphaModFix/>
          </a:blip>
          <a:srcRect b="0" l="0" r="0" t="0"/>
          <a:stretch/>
        </p:blipFill>
        <p:spPr>
          <a:xfrm>
            <a:off x="7056120" y="1417955"/>
            <a:ext cx="4526280" cy="4526280"/>
          </a:xfrm>
          <a:prstGeom prst="rect">
            <a:avLst/>
          </a:prstGeom>
          <a:noFill/>
          <a:ln>
            <a:noFill/>
          </a:ln>
        </p:spPr>
      </p:pic>
      <p:pic>
        <p:nvPicPr>
          <p:cNvPr descr="Aitrich-Logo-Transparent-BG-2048x671" id="165" name="Google Shape;165;p6"/>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par>
                                <p:cTn fill="hold" nodeType="with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Arial"/>
              <a:buNone/>
            </a:pPr>
            <a:br>
              <a:rPr lang="en-US"/>
            </a:br>
            <a:br>
              <a:rPr lang="en-US"/>
            </a:br>
            <a:r>
              <a:rPr b="1" lang="en-US">
                <a:solidFill>
                  <a:srgbClr val="012D86"/>
                </a:solidFill>
                <a:latin typeface="Bell MT"/>
                <a:ea typeface="Bell MT"/>
                <a:cs typeface="Bell MT"/>
                <a:sym typeface="Bell MT"/>
              </a:rPr>
              <a:t>Razor Pages</a:t>
            </a:r>
            <a:br>
              <a:rPr lang="en-US"/>
            </a:br>
            <a:br>
              <a:rPr lang="en-US"/>
            </a:br>
            <a:endParaRPr/>
          </a:p>
        </p:txBody>
      </p:sp>
      <p:sp>
        <p:nvSpPr>
          <p:cNvPr id="171" name="Google Shape;171;p7"/>
          <p:cNvSpPr/>
          <p:nvPr/>
        </p:nvSpPr>
        <p:spPr>
          <a:xfrm>
            <a:off x="902335" y="1927225"/>
            <a:ext cx="6462395" cy="132905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Client Content : Contains what you are used to in webpages.For example,HTML markup (elements),style information such as CSS, maybe some client script such as javascript , and plain text</a:t>
            </a:r>
            <a:endParaRPr b="0" i="0" sz="1600" u="none" cap="none" strike="noStrike">
              <a:solidFill>
                <a:schemeClr val="lt1"/>
              </a:solidFill>
              <a:latin typeface="Comic Sans MS"/>
              <a:ea typeface="Comic Sans MS"/>
              <a:cs typeface="Comic Sans MS"/>
              <a:sym typeface="Comic Sans MS"/>
            </a:endParaRPr>
          </a:p>
        </p:txBody>
      </p:sp>
      <p:sp>
        <p:nvSpPr>
          <p:cNvPr id="172" name="Google Shape;172;p7"/>
          <p:cNvSpPr/>
          <p:nvPr/>
        </p:nvSpPr>
        <p:spPr>
          <a:xfrm>
            <a:off x="902335" y="3454400"/>
            <a:ext cx="6462395" cy="132905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Server Code : Razor enables you to add server code to your client content.if there is server code in the page,the server runs that code first , before it sends the page to the browser</a:t>
            </a:r>
            <a:endParaRPr b="0" i="0" sz="1600" u="none" cap="none" strike="noStrike">
              <a:solidFill>
                <a:schemeClr val="lt1"/>
              </a:solidFill>
              <a:latin typeface="Comic Sans MS"/>
              <a:ea typeface="Comic Sans MS"/>
              <a:cs typeface="Comic Sans MS"/>
              <a:sym typeface="Comic Sans MS"/>
            </a:endParaRPr>
          </a:p>
        </p:txBody>
      </p:sp>
      <p:pic>
        <p:nvPicPr>
          <p:cNvPr descr="705" id="173" name="Google Shape;173;p7"/>
          <p:cNvPicPr preferRelativeResize="0"/>
          <p:nvPr>
            <p:ph idx="1" type="body"/>
          </p:nvPr>
        </p:nvPicPr>
        <p:blipFill rotWithShape="1">
          <a:blip r:embed="rId3">
            <a:alphaModFix/>
          </a:blip>
          <a:srcRect b="0" l="0" r="0" t="0"/>
          <a:stretch/>
        </p:blipFill>
        <p:spPr>
          <a:xfrm>
            <a:off x="7495540" y="1316355"/>
            <a:ext cx="4526280" cy="4526280"/>
          </a:xfrm>
          <a:prstGeom prst="rect">
            <a:avLst/>
          </a:prstGeom>
          <a:noFill/>
          <a:ln>
            <a:noFill/>
          </a:ln>
        </p:spPr>
      </p:pic>
      <p:pic>
        <p:nvPicPr>
          <p:cNvPr descr="Aitrich-Logo-Transparent-BG-2048x671" id="174" name="Google Shape;174;p7"/>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par>
                                <p:cTn fill="hold" nodeType="with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500"/>
                                        <p:tgtEl>
                                          <p:spTgt spid="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500"/>
                                        <p:tgtEl>
                                          <p:spTgt spid="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Arial"/>
              <a:buNone/>
            </a:pPr>
            <a:br>
              <a:rPr lang="en-US"/>
            </a:br>
            <a:r>
              <a:rPr b="1" lang="en-US" sz="3600">
                <a:solidFill>
                  <a:srgbClr val="012D86"/>
                </a:solidFill>
                <a:latin typeface="Bell MT"/>
                <a:ea typeface="Bell MT"/>
                <a:cs typeface="Bell MT"/>
                <a:sym typeface="Bell MT"/>
              </a:rPr>
              <a:t>Creating a ASP.NET Core Web App</a:t>
            </a:r>
            <a:br>
              <a:rPr lang="en-US">
                <a:solidFill>
                  <a:schemeClr val="dk2"/>
                </a:solidFill>
                <a:latin typeface="Arial"/>
                <a:ea typeface="Arial"/>
                <a:cs typeface="Arial"/>
                <a:sym typeface="Arial"/>
              </a:rPr>
            </a:br>
            <a:endParaRPr/>
          </a:p>
        </p:txBody>
      </p:sp>
      <p:pic>
        <p:nvPicPr>
          <p:cNvPr descr="Text&#10;&#10;Description automatically generated" id="180" name="Google Shape;180;p8"/>
          <p:cNvPicPr preferRelativeResize="0"/>
          <p:nvPr>
            <p:ph idx="1" type="body"/>
          </p:nvPr>
        </p:nvPicPr>
        <p:blipFill rotWithShape="1">
          <a:blip r:embed="rId3">
            <a:alphaModFix/>
          </a:blip>
          <a:srcRect b="0" l="0" r="0" t="0"/>
          <a:stretch/>
        </p:blipFill>
        <p:spPr>
          <a:xfrm>
            <a:off x="2192655" y="1788795"/>
            <a:ext cx="7434580" cy="4188460"/>
          </a:xfrm>
          <a:prstGeom prst="rect">
            <a:avLst/>
          </a:prstGeom>
          <a:noFill/>
          <a:ln>
            <a:noFill/>
          </a:ln>
        </p:spPr>
      </p:pic>
      <p:pic>
        <p:nvPicPr>
          <p:cNvPr descr="Aitrich-Logo-Transparent-BG-2048x671" id="181" name="Google Shape;181;p8"/>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5000"/>
                                        <p:tgtEl>
                                          <p:spTgt spid="1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Arial"/>
              <a:buNone/>
            </a:pPr>
            <a:r>
              <a:rPr b="1" lang="en-US">
                <a:solidFill>
                  <a:srgbClr val="012D86"/>
                </a:solidFill>
                <a:latin typeface="Bell MT"/>
                <a:ea typeface="Bell MT"/>
                <a:cs typeface="Bell MT"/>
                <a:sym typeface="Bell MT"/>
              </a:rPr>
              <a:t>Project Structure</a:t>
            </a:r>
            <a:br>
              <a:rPr lang="en-US"/>
            </a:br>
            <a:endParaRPr/>
          </a:p>
        </p:txBody>
      </p:sp>
      <p:grpSp>
        <p:nvGrpSpPr>
          <p:cNvPr id="187" name="Google Shape;187;p9"/>
          <p:cNvGrpSpPr/>
          <p:nvPr/>
        </p:nvGrpSpPr>
        <p:grpSpPr>
          <a:xfrm>
            <a:off x="609600" y="1461123"/>
            <a:ext cx="7002780" cy="4552339"/>
            <a:chOff x="0" y="327013"/>
            <a:chExt cx="7002780" cy="4552339"/>
          </a:xfrm>
        </p:grpSpPr>
        <p:sp>
          <p:nvSpPr>
            <p:cNvPr id="188" name="Google Shape;188;p9"/>
            <p:cNvSpPr/>
            <p:nvPr/>
          </p:nvSpPr>
          <p:spPr>
            <a:xfrm>
              <a:off x="0" y="327013"/>
              <a:ext cx="7002780" cy="698500"/>
            </a:xfrm>
            <a:prstGeom prst="roundRect">
              <a:avLst>
                <a:gd fmla="val 16667" name="adj"/>
              </a:avLst>
            </a:prstGeom>
            <a:gradFill>
              <a:gsLst>
                <a:gs pos="0">
                  <a:srgbClr val="6E91B6"/>
                </a:gs>
                <a:gs pos="50000">
                  <a:srgbClr val="5484B2"/>
                </a:gs>
                <a:gs pos="100000">
                  <a:srgbClr val="4673A1"/>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9"/>
            <p:cNvSpPr txBox="1"/>
            <p:nvPr/>
          </p:nvSpPr>
          <p:spPr>
            <a:xfrm>
              <a:off x="0" y="327013"/>
              <a:ext cx="7002780" cy="69850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mic Sans MS"/>
                  <a:ea typeface="Comic Sans MS"/>
                  <a:cs typeface="Comic Sans MS"/>
                  <a:sym typeface="Comic Sans MS"/>
                </a:rPr>
                <a:t>appSettings.json </a:t>
              </a:r>
              <a:r>
                <a:rPr b="0" i="0" lang="en-US" sz="1600" u="none" cap="none" strike="noStrike">
                  <a:solidFill>
                    <a:schemeClr val="dk1"/>
                  </a:solidFill>
                  <a:latin typeface="Comic Sans MS"/>
                  <a:ea typeface="Comic Sans MS"/>
                  <a:cs typeface="Comic Sans MS"/>
                  <a:sym typeface="Comic Sans MS"/>
                </a:rPr>
                <a:t>– This file contains configuration data, such as connection strings. </a:t>
              </a:r>
              <a:endParaRPr b="0" i="0" sz="1600" u="none" cap="none" strike="noStrike">
                <a:solidFill>
                  <a:schemeClr val="dk1"/>
                </a:solidFill>
                <a:latin typeface="Comic Sans MS"/>
                <a:ea typeface="Comic Sans MS"/>
                <a:cs typeface="Comic Sans MS"/>
                <a:sym typeface="Comic Sans MS"/>
              </a:endParaRPr>
            </a:p>
          </p:txBody>
        </p:sp>
        <p:sp>
          <p:nvSpPr>
            <p:cNvPr id="190" name="Google Shape;190;p9"/>
            <p:cNvSpPr/>
            <p:nvPr/>
          </p:nvSpPr>
          <p:spPr>
            <a:xfrm>
              <a:off x="0" y="1025513"/>
              <a:ext cx="7002780" cy="264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9"/>
            <p:cNvSpPr txBox="1"/>
            <p:nvPr/>
          </p:nvSpPr>
          <p:spPr>
            <a:xfrm>
              <a:off x="0" y="1025513"/>
              <a:ext cx="7002780" cy="264960"/>
            </a:xfrm>
            <a:prstGeom prst="rect">
              <a:avLst/>
            </a:prstGeom>
            <a:noFill/>
            <a:ln>
              <a:noFill/>
            </a:ln>
          </p:spPr>
          <p:txBody>
            <a:bodyPr anchorCtr="0" anchor="t" bIns="20300" lIns="222325" spcFirstLastPara="1" rIns="113775" wrap="square" tIns="20300">
              <a:noAutofit/>
            </a:bodyPr>
            <a:lstStyle/>
            <a:p>
              <a:pPr indent="-38100" lvl="1" marL="11430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Comic Sans MS"/>
                <a:ea typeface="Comic Sans MS"/>
                <a:cs typeface="Comic Sans MS"/>
                <a:sym typeface="Comic Sans MS"/>
              </a:endParaRPr>
            </a:p>
          </p:txBody>
        </p:sp>
        <p:sp>
          <p:nvSpPr>
            <p:cNvPr id="192" name="Google Shape;192;p9"/>
            <p:cNvSpPr/>
            <p:nvPr/>
          </p:nvSpPr>
          <p:spPr>
            <a:xfrm>
              <a:off x="0" y="1290473"/>
              <a:ext cx="7002780" cy="698500"/>
            </a:xfrm>
            <a:prstGeom prst="roundRect">
              <a:avLst>
                <a:gd fmla="val 16667" name="adj"/>
              </a:avLst>
            </a:prstGeom>
            <a:gradFill>
              <a:gsLst>
                <a:gs pos="0">
                  <a:srgbClr val="8BAED7"/>
                </a:gs>
                <a:gs pos="50000">
                  <a:srgbClr val="77A4D5"/>
                </a:gs>
                <a:gs pos="100000">
                  <a:srgbClr val="6490C1"/>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9"/>
            <p:cNvSpPr txBox="1"/>
            <p:nvPr/>
          </p:nvSpPr>
          <p:spPr>
            <a:xfrm>
              <a:off x="0" y="1290473"/>
              <a:ext cx="7002780" cy="69850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P</a:t>
              </a:r>
              <a:r>
                <a:rPr b="1" i="0" lang="en-US" sz="1600" u="none" cap="none" strike="noStrike">
                  <a:solidFill>
                    <a:schemeClr val="dk1"/>
                  </a:solidFill>
                  <a:latin typeface="Comic Sans MS"/>
                  <a:ea typeface="Comic Sans MS"/>
                  <a:cs typeface="Comic Sans MS"/>
                  <a:sym typeface="Comic Sans MS"/>
                </a:rPr>
                <a:t>rogram.cs</a:t>
              </a:r>
              <a:r>
                <a:rPr b="0" i="0" lang="en-US" sz="1600" u="none" cap="none" strike="noStrike">
                  <a:solidFill>
                    <a:schemeClr val="dk1"/>
                  </a:solidFill>
                  <a:latin typeface="Comic Sans MS"/>
                  <a:ea typeface="Comic Sans MS"/>
                  <a:cs typeface="Comic Sans MS"/>
                  <a:sym typeface="Comic Sans MS"/>
                </a:rPr>
                <a:t> – This file contains the entry point for the program. ,it configures app behavior. </a:t>
              </a:r>
              <a:endParaRPr b="0" i="0" sz="1600" u="none" cap="none" strike="noStrike">
                <a:solidFill>
                  <a:schemeClr val="dk1"/>
                </a:solidFill>
                <a:latin typeface="Comic Sans MS"/>
                <a:ea typeface="Comic Sans MS"/>
                <a:cs typeface="Comic Sans MS"/>
                <a:sym typeface="Comic Sans MS"/>
              </a:endParaRPr>
            </a:p>
          </p:txBody>
        </p:sp>
        <p:sp>
          <p:nvSpPr>
            <p:cNvPr id="194" name="Google Shape;194;p9"/>
            <p:cNvSpPr/>
            <p:nvPr/>
          </p:nvSpPr>
          <p:spPr>
            <a:xfrm>
              <a:off x="0" y="1988973"/>
              <a:ext cx="7002780" cy="264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9"/>
            <p:cNvSpPr txBox="1"/>
            <p:nvPr/>
          </p:nvSpPr>
          <p:spPr>
            <a:xfrm>
              <a:off x="0" y="1988973"/>
              <a:ext cx="7002780" cy="264960"/>
            </a:xfrm>
            <a:prstGeom prst="rect">
              <a:avLst/>
            </a:prstGeom>
            <a:noFill/>
            <a:ln>
              <a:noFill/>
            </a:ln>
          </p:spPr>
          <p:txBody>
            <a:bodyPr anchorCtr="0" anchor="t" bIns="20300" lIns="222325" spcFirstLastPara="1" rIns="113775" wrap="square" tIns="20300">
              <a:noAutofit/>
            </a:bodyPr>
            <a:lstStyle/>
            <a:p>
              <a:pPr indent="-38100" lvl="1" marL="11430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Comic Sans MS"/>
                <a:ea typeface="Comic Sans MS"/>
                <a:cs typeface="Comic Sans MS"/>
                <a:sym typeface="Comic Sans MS"/>
              </a:endParaRPr>
            </a:p>
          </p:txBody>
        </p:sp>
        <p:sp>
          <p:nvSpPr>
            <p:cNvPr id="196" name="Google Shape;196;p9"/>
            <p:cNvSpPr/>
            <p:nvPr/>
          </p:nvSpPr>
          <p:spPr>
            <a:xfrm>
              <a:off x="0" y="2253933"/>
              <a:ext cx="7002780" cy="698500"/>
            </a:xfrm>
            <a:prstGeom prst="roundRect">
              <a:avLst>
                <a:gd fmla="val 16667" name="adj"/>
              </a:avLst>
            </a:prstGeom>
            <a:gradFill>
              <a:gsLst>
                <a:gs pos="0">
                  <a:srgbClr val="B3CEEF"/>
                </a:gs>
                <a:gs pos="50000">
                  <a:srgbClr val="A4C6EF"/>
                </a:gs>
                <a:gs pos="100000">
                  <a:srgbClr val="8DAED8"/>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9"/>
            <p:cNvSpPr txBox="1"/>
            <p:nvPr/>
          </p:nvSpPr>
          <p:spPr>
            <a:xfrm>
              <a:off x="0" y="2253933"/>
              <a:ext cx="7002780" cy="69850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w</a:t>
              </a:r>
              <a:r>
                <a:rPr b="1" i="0" lang="en-US" sz="1600" u="none" cap="none" strike="noStrike">
                  <a:solidFill>
                    <a:schemeClr val="dk1"/>
                  </a:solidFill>
                  <a:latin typeface="Comic Sans MS"/>
                  <a:ea typeface="Comic Sans MS"/>
                  <a:cs typeface="Comic Sans MS"/>
                  <a:sym typeface="Comic Sans MS"/>
                </a:rPr>
                <a:t>wwroot</a:t>
              </a:r>
              <a:r>
                <a:rPr b="0" i="0" lang="en-US" sz="1600" u="none" cap="none" strike="noStrike">
                  <a:solidFill>
                    <a:schemeClr val="dk1"/>
                  </a:solidFill>
                  <a:latin typeface="Comic Sans MS"/>
                  <a:ea typeface="Comic Sans MS"/>
                  <a:cs typeface="Comic Sans MS"/>
                  <a:sym typeface="Comic Sans MS"/>
                </a:rPr>
                <a:t> folder - Contains static files, such as Images, HTML files, JavaScript files, and CSS files. </a:t>
              </a:r>
              <a:endParaRPr b="0" i="0" sz="1600" u="none" cap="none" strike="noStrike">
                <a:solidFill>
                  <a:schemeClr val="dk1"/>
                </a:solidFill>
                <a:latin typeface="Comic Sans MS"/>
                <a:ea typeface="Comic Sans MS"/>
                <a:cs typeface="Comic Sans MS"/>
                <a:sym typeface="Comic Sans MS"/>
              </a:endParaRPr>
            </a:p>
          </p:txBody>
        </p:sp>
        <p:sp>
          <p:nvSpPr>
            <p:cNvPr id="198" name="Google Shape;198;p9"/>
            <p:cNvSpPr/>
            <p:nvPr/>
          </p:nvSpPr>
          <p:spPr>
            <a:xfrm>
              <a:off x="0" y="2952433"/>
              <a:ext cx="7002780" cy="264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9"/>
            <p:cNvSpPr txBox="1"/>
            <p:nvPr/>
          </p:nvSpPr>
          <p:spPr>
            <a:xfrm>
              <a:off x="0" y="2952433"/>
              <a:ext cx="7002780" cy="264960"/>
            </a:xfrm>
            <a:prstGeom prst="rect">
              <a:avLst/>
            </a:prstGeom>
            <a:noFill/>
            <a:ln>
              <a:noFill/>
            </a:ln>
          </p:spPr>
          <p:txBody>
            <a:bodyPr anchorCtr="0" anchor="t" bIns="20300" lIns="222325" spcFirstLastPara="1" rIns="113775" wrap="square" tIns="20300">
              <a:noAutofit/>
            </a:bodyPr>
            <a:lstStyle/>
            <a:p>
              <a:pPr indent="-38100" lvl="1" marL="11430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Comic Sans MS"/>
                <a:ea typeface="Comic Sans MS"/>
                <a:cs typeface="Comic Sans MS"/>
                <a:sym typeface="Comic Sans MS"/>
              </a:endParaRPr>
            </a:p>
          </p:txBody>
        </p:sp>
        <p:sp>
          <p:nvSpPr>
            <p:cNvPr id="200" name="Google Shape;200;p9"/>
            <p:cNvSpPr/>
            <p:nvPr/>
          </p:nvSpPr>
          <p:spPr>
            <a:xfrm>
              <a:off x="0" y="3217393"/>
              <a:ext cx="7002780" cy="698500"/>
            </a:xfrm>
            <a:prstGeom prst="roundRect">
              <a:avLst>
                <a:gd fmla="val 16667" name="adj"/>
              </a:avLst>
            </a:prstGeom>
            <a:gradFill>
              <a:gsLst>
                <a:gs pos="0">
                  <a:srgbClr val="B5CFED"/>
                </a:gs>
                <a:gs pos="50000">
                  <a:srgbClr val="A6C7ED"/>
                </a:gs>
                <a:gs pos="100000">
                  <a:srgbClr val="8EAFD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9"/>
            <p:cNvSpPr txBox="1"/>
            <p:nvPr/>
          </p:nvSpPr>
          <p:spPr>
            <a:xfrm>
              <a:off x="0" y="3217393"/>
              <a:ext cx="7002780" cy="69850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P</a:t>
              </a:r>
              <a:r>
                <a:rPr b="1" i="0" lang="en-US" sz="1600" u="none" cap="none" strike="noStrike">
                  <a:solidFill>
                    <a:schemeClr val="dk1"/>
                  </a:solidFill>
                  <a:latin typeface="Comic Sans MS"/>
                  <a:ea typeface="Comic Sans MS"/>
                  <a:cs typeface="Comic Sans MS"/>
                  <a:sym typeface="Comic Sans MS"/>
                </a:rPr>
                <a:t>ages </a:t>
              </a:r>
              <a:r>
                <a:rPr b="0" i="0" lang="en-US" sz="1600" u="none" cap="none" strike="noStrike">
                  <a:solidFill>
                    <a:schemeClr val="dk1"/>
                  </a:solidFill>
                  <a:latin typeface="Comic Sans MS"/>
                  <a:ea typeface="Comic Sans MS"/>
                  <a:cs typeface="Comic Sans MS"/>
                  <a:sym typeface="Comic Sans MS"/>
                </a:rPr>
                <a:t>folder – Here you are supposed to put your ASP.NET (".cshtml") web pages </a:t>
              </a:r>
              <a:endParaRPr b="0" i="0" sz="1600" u="none" cap="none" strike="noStrike">
                <a:solidFill>
                  <a:schemeClr val="dk1"/>
                </a:solidFill>
                <a:latin typeface="Comic Sans MS"/>
                <a:ea typeface="Comic Sans MS"/>
                <a:cs typeface="Comic Sans MS"/>
                <a:sym typeface="Comic Sans MS"/>
              </a:endParaRPr>
            </a:p>
          </p:txBody>
        </p:sp>
        <p:sp>
          <p:nvSpPr>
            <p:cNvPr id="202" name="Google Shape;202;p9"/>
            <p:cNvSpPr/>
            <p:nvPr/>
          </p:nvSpPr>
          <p:spPr>
            <a:xfrm>
              <a:off x="0" y="3915893"/>
              <a:ext cx="7002780" cy="264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9"/>
            <p:cNvSpPr txBox="1"/>
            <p:nvPr/>
          </p:nvSpPr>
          <p:spPr>
            <a:xfrm>
              <a:off x="0" y="3915893"/>
              <a:ext cx="7002780" cy="264960"/>
            </a:xfrm>
            <a:prstGeom prst="rect">
              <a:avLst/>
            </a:prstGeom>
            <a:noFill/>
            <a:ln>
              <a:noFill/>
            </a:ln>
          </p:spPr>
          <p:txBody>
            <a:bodyPr anchorCtr="0" anchor="t" bIns="20300" lIns="222325" spcFirstLastPara="1" rIns="113775" wrap="square" tIns="20300">
              <a:noAutofit/>
            </a:bodyPr>
            <a:lstStyle/>
            <a:p>
              <a:pPr indent="-38100" lvl="1" marL="11430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Comic Sans MS"/>
                <a:ea typeface="Comic Sans MS"/>
                <a:cs typeface="Comic Sans MS"/>
                <a:sym typeface="Comic Sans MS"/>
              </a:endParaRPr>
            </a:p>
          </p:txBody>
        </p:sp>
        <p:sp>
          <p:nvSpPr>
            <p:cNvPr id="204" name="Google Shape;204;p9"/>
            <p:cNvSpPr/>
            <p:nvPr/>
          </p:nvSpPr>
          <p:spPr>
            <a:xfrm>
              <a:off x="0" y="4180852"/>
              <a:ext cx="7002780" cy="698500"/>
            </a:xfrm>
            <a:prstGeom prst="roundRect">
              <a:avLst>
                <a:gd fmla="val 16667" name="adj"/>
              </a:avLst>
            </a:prstGeom>
            <a:gradFill>
              <a:gsLst>
                <a:gs pos="0">
                  <a:srgbClr val="8BAED6"/>
                </a:gs>
                <a:gs pos="50000">
                  <a:srgbClr val="77A4D5"/>
                </a:gs>
                <a:gs pos="100000">
                  <a:srgbClr val="6490C0"/>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9"/>
            <p:cNvSpPr txBox="1"/>
            <p:nvPr/>
          </p:nvSpPr>
          <p:spPr>
            <a:xfrm>
              <a:off x="0" y="4180852"/>
              <a:ext cx="7002780" cy="69850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_L</a:t>
              </a:r>
              <a:r>
                <a:rPr b="1" i="1" lang="en-US" sz="1600" u="none" cap="none" strike="noStrike">
                  <a:solidFill>
                    <a:schemeClr val="dk1"/>
                  </a:solidFill>
                  <a:latin typeface="Comic Sans MS"/>
                  <a:ea typeface="Comic Sans MS"/>
                  <a:cs typeface="Comic Sans MS"/>
                  <a:sym typeface="Comic Sans MS"/>
                </a:rPr>
                <a:t>ayout.cshtml</a:t>
              </a:r>
              <a:r>
                <a:rPr b="0" i="0" lang="en-US" sz="1600" u="none" cap="none" strike="noStrike">
                  <a:solidFill>
                    <a:schemeClr val="dk1"/>
                  </a:solidFill>
                  <a:latin typeface="Comic Sans MS"/>
                  <a:ea typeface="Comic Sans MS"/>
                  <a:cs typeface="Comic Sans MS"/>
                  <a:sym typeface="Comic Sans MS"/>
                </a:rPr>
                <a:t> file configures UI elements common to all pages. You can use this file  to set up the navigation menu at the top of the page </a:t>
              </a:r>
              <a:endParaRPr b="0" i="0" sz="1600" u="none" cap="none" strike="noStrike">
                <a:solidFill>
                  <a:schemeClr val="dk1"/>
                </a:solidFill>
                <a:latin typeface="Comic Sans MS"/>
                <a:ea typeface="Comic Sans MS"/>
                <a:cs typeface="Comic Sans MS"/>
                <a:sym typeface="Comic Sans MS"/>
              </a:endParaRPr>
            </a:p>
          </p:txBody>
        </p:sp>
      </p:grpSp>
      <p:pic>
        <p:nvPicPr>
          <p:cNvPr descr="Graphical user interface, text&#10;&#10;Description automatically generated" id="206" name="Google Shape;206;p9"/>
          <p:cNvPicPr preferRelativeResize="0"/>
          <p:nvPr>
            <p:ph idx="1" type="body"/>
          </p:nvPr>
        </p:nvPicPr>
        <p:blipFill rotWithShape="1">
          <a:blip r:embed="rId3">
            <a:alphaModFix/>
          </a:blip>
          <a:srcRect b="0" l="0" r="0" t="0"/>
          <a:stretch/>
        </p:blipFill>
        <p:spPr>
          <a:xfrm>
            <a:off x="8224425" y="1489400"/>
            <a:ext cx="3555300" cy="4552200"/>
          </a:xfrm>
          <a:prstGeom prst="rect">
            <a:avLst/>
          </a:prstGeom>
          <a:noFill/>
          <a:ln>
            <a:noFill/>
          </a:ln>
        </p:spPr>
      </p:pic>
      <p:pic>
        <p:nvPicPr>
          <p:cNvPr descr="Aitrich-Logo-Transparent-BG-2048x671" id="207" name="Google Shape;207;p9"/>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800"/>
              <a:buFont typeface="Arial"/>
              <a:buNone/>
            </a:pPr>
            <a:br>
              <a:rPr lang="en-US" sz="2800"/>
            </a:br>
            <a:r>
              <a:rPr b="1" lang="en-US" sz="3200">
                <a:solidFill>
                  <a:srgbClr val="012D86"/>
                </a:solidFill>
                <a:latin typeface="Bell MT"/>
                <a:ea typeface="Bell MT"/>
                <a:cs typeface="Bell MT"/>
                <a:sym typeface="Bell MT"/>
              </a:rPr>
              <a:t>Razor Pages is enabled in program.cs</a:t>
            </a:r>
            <a:br>
              <a:rPr lang="en-US" sz="2800">
                <a:latin typeface="Angsana New"/>
                <a:ea typeface="Angsana New"/>
                <a:cs typeface="Angsana New"/>
                <a:sym typeface="Angsana New"/>
              </a:rPr>
            </a:br>
            <a:endParaRPr sz="2800">
              <a:latin typeface="Angsana New"/>
              <a:ea typeface="Angsana New"/>
              <a:cs typeface="Angsana New"/>
              <a:sym typeface="Angsana New"/>
            </a:endParaRPr>
          </a:p>
        </p:txBody>
      </p:sp>
      <p:sp>
        <p:nvSpPr>
          <p:cNvPr id="213" name="Google Shape;213;p10"/>
          <p:cNvSpPr/>
          <p:nvPr/>
        </p:nvSpPr>
        <p:spPr>
          <a:xfrm>
            <a:off x="609600" y="1898505"/>
            <a:ext cx="5792400" cy="5988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9EE256"/>
              </a:buClr>
              <a:buSzPts val="1600"/>
              <a:buFont typeface="Arial"/>
              <a:buNone/>
            </a:pPr>
            <a:r>
              <a:rPr b="0" i="0" lang="en-US" sz="1600" u="sng" cap="none" strike="noStrike">
                <a:solidFill>
                  <a:srgbClr val="9EE256"/>
                </a:solidFill>
                <a:latin typeface="Comic Sans MS"/>
                <a:ea typeface="Comic Sans MS"/>
                <a:cs typeface="Comic Sans MS"/>
                <a:sym typeface="Comic Sans MS"/>
              </a:rPr>
              <a:t>AddRazorPages </a:t>
            </a:r>
            <a:r>
              <a:rPr b="0" i="0" lang="en-US" sz="1600" u="none" cap="none" strike="noStrike">
                <a:solidFill>
                  <a:schemeClr val="lt1"/>
                </a:solidFill>
                <a:latin typeface="Comic Sans MS"/>
                <a:ea typeface="Comic Sans MS"/>
                <a:cs typeface="Comic Sans MS"/>
                <a:sym typeface="Comic Sans MS"/>
              </a:rPr>
              <a:t>adds services for Razor Pages to the app.</a:t>
            </a:r>
            <a:endParaRPr b="0" i="0" sz="1600" u="none" cap="none" strike="noStrike">
              <a:solidFill>
                <a:schemeClr val="lt1"/>
              </a:solidFill>
              <a:latin typeface="Comic Sans MS"/>
              <a:ea typeface="Comic Sans MS"/>
              <a:cs typeface="Comic Sans MS"/>
              <a:sym typeface="Comic Sans MS"/>
            </a:endParaRPr>
          </a:p>
        </p:txBody>
      </p:sp>
      <p:sp>
        <p:nvSpPr>
          <p:cNvPr id="214" name="Google Shape;214;p10"/>
          <p:cNvSpPr/>
          <p:nvPr/>
        </p:nvSpPr>
        <p:spPr>
          <a:xfrm>
            <a:off x="609290" y="2978150"/>
            <a:ext cx="5793000" cy="10440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9EE256"/>
              </a:buClr>
              <a:buSzPts val="1600"/>
              <a:buFont typeface="Arial"/>
              <a:buNone/>
            </a:pPr>
            <a:r>
              <a:rPr b="0" i="0" lang="en-US" sz="1600" u="sng" cap="none" strike="noStrike">
                <a:solidFill>
                  <a:srgbClr val="9EE256"/>
                </a:solidFill>
                <a:latin typeface="Comic Sans MS"/>
                <a:ea typeface="Comic Sans MS"/>
                <a:cs typeface="Comic Sans MS"/>
                <a:sym typeface="Comic Sans MS"/>
              </a:rPr>
              <a:t>MapRazorPages </a:t>
            </a:r>
            <a:r>
              <a:rPr b="0" i="0" lang="en-US" sz="1600" u="none" cap="none" strike="noStrike">
                <a:solidFill>
                  <a:schemeClr val="lt1"/>
                </a:solidFill>
                <a:latin typeface="Comic Sans MS"/>
                <a:ea typeface="Comic Sans MS"/>
                <a:cs typeface="Comic Sans MS"/>
                <a:sym typeface="Comic Sans MS"/>
              </a:rPr>
              <a:t>adds endpoints for Razor Pages to the </a:t>
            </a:r>
            <a:r>
              <a:rPr b="0" i="0" lang="en-US" sz="1600" u="sng" cap="none" strike="noStrike">
                <a:solidFill>
                  <a:srgbClr val="92D050"/>
                </a:solidFill>
                <a:latin typeface="Comic Sans MS"/>
                <a:ea typeface="Comic Sans MS"/>
                <a:cs typeface="Comic Sans MS"/>
                <a:sym typeface="Comic Sans MS"/>
              </a:rPr>
              <a:t>IEndpointRouteBuilder</a:t>
            </a:r>
            <a:r>
              <a:rPr b="0" i="0" lang="en-US" sz="1600" u="none" cap="none" strike="noStrike">
                <a:solidFill>
                  <a:schemeClr val="lt1"/>
                </a:solidFill>
                <a:latin typeface="Comic Sans MS"/>
                <a:ea typeface="Comic Sans MS"/>
                <a:cs typeface="Comic Sans MS"/>
                <a:sym typeface="Comic Sans MS"/>
              </a:rPr>
              <a:t>.</a:t>
            </a:r>
            <a:endParaRPr b="0" i="0" sz="1600" u="none" cap="none" strike="noStrike">
              <a:solidFill>
                <a:schemeClr val="lt1"/>
              </a:solidFill>
              <a:latin typeface="Comic Sans MS"/>
              <a:ea typeface="Comic Sans MS"/>
              <a:cs typeface="Comic Sans MS"/>
              <a:sym typeface="Comic Sans MS"/>
            </a:endParaRPr>
          </a:p>
        </p:txBody>
      </p:sp>
      <p:pic>
        <p:nvPicPr>
          <p:cNvPr id="215" name="Google Shape;215;p10"/>
          <p:cNvPicPr preferRelativeResize="0"/>
          <p:nvPr>
            <p:ph idx="1" type="body"/>
          </p:nvPr>
        </p:nvPicPr>
        <p:blipFill rotWithShape="1">
          <a:blip r:embed="rId3">
            <a:alphaModFix/>
          </a:blip>
          <a:srcRect b="4492" l="3237" r="33526" t="12304"/>
          <a:stretch/>
        </p:blipFill>
        <p:spPr>
          <a:xfrm>
            <a:off x="6543675" y="2170430"/>
            <a:ext cx="5376545" cy="3181985"/>
          </a:xfrm>
          <a:prstGeom prst="rect">
            <a:avLst/>
          </a:prstGeom>
          <a:noFill/>
          <a:ln>
            <a:noFill/>
          </a:ln>
        </p:spPr>
      </p:pic>
      <p:pic>
        <p:nvPicPr>
          <p:cNvPr descr="Aitrich-Logo-Transparent-BG-2048x671" id="216" name="Google Shape;216;p10"/>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1000"/>
                                        <p:tgtEl>
                                          <p:spTgt spid="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1000"/>
                                        <p:tgtEl>
                                          <p:spTgt spid="2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Bell MT"/>
              <a:buNone/>
            </a:pPr>
            <a:br>
              <a:rPr b="1" lang="en-US" sz="4000">
                <a:solidFill>
                  <a:schemeClr val="dk1"/>
                </a:solidFill>
                <a:latin typeface="Bell MT"/>
                <a:ea typeface="Bell MT"/>
                <a:cs typeface="Bell MT"/>
                <a:sym typeface="Bell MT"/>
              </a:rPr>
            </a:br>
            <a:r>
              <a:rPr b="1" lang="en-US" sz="4000">
                <a:solidFill>
                  <a:schemeClr val="dk1"/>
                </a:solidFill>
                <a:latin typeface="Bell MT"/>
                <a:ea typeface="Bell MT"/>
                <a:cs typeface="Bell MT"/>
                <a:sym typeface="Bell MT"/>
              </a:rPr>
              <a:t>Razor page Anatomy</a:t>
            </a:r>
            <a:br>
              <a:rPr b="1" lang="en-US" sz="4000">
                <a:solidFill>
                  <a:schemeClr val="dk1"/>
                </a:solidFill>
                <a:latin typeface="Bell MT"/>
                <a:ea typeface="Bell MT"/>
                <a:cs typeface="Bell MT"/>
                <a:sym typeface="Bell MT"/>
              </a:rPr>
            </a:br>
            <a:endParaRPr b="1" sz="4000">
              <a:solidFill>
                <a:schemeClr val="dk1"/>
              </a:solidFill>
              <a:latin typeface="Bell MT"/>
              <a:ea typeface="Bell MT"/>
              <a:cs typeface="Bell MT"/>
              <a:sym typeface="Bell MT"/>
            </a:endParaRPr>
          </a:p>
        </p:txBody>
      </p:sp>
      <p:sp>
        <p:nvSpPr>
          <p:cNvPr id="222" name="Google Shape;222;p11"/>
          <p:cNvSpPr/>
          <p:nvPr/>
        </p:nvSpPr>
        <p:spPr>
          <a:xfrm>
            <a:off x="496570" y="2000250"/>
            <a:ext cx="5487035" cy="75057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1600"/>
              <a:buFont typeface="Arial"/>
              <a:buNone/>
            </a:pPr>
            <a:r>
              <a:rPr b="0" i="0" lang="en-US" sz="1600" u="none" cap="none" strike="noStrike">
                <a:solidFill>
                  <a:schemeClr val="lt1"/>
                </a:solidFill>
                <a:latin typeface="Comic Sans MS"/>
                <a:ea typeface="Comic Sans MS"/>
                <a:cs typeface="Comic Sans MS"/>
                <a:sym typeface="Comic Sans MS"/>
              </a:rPr>
              <a:t>In Razor with Page Model each Razor page is a pair of files: ​</a:t>
            </a:r>
            <a:endParaRPr b="0" i="0" sz="1600" u="none" cap="none" strike="noStrike">
              <a:solidFill>
                <a:schemeClr val="lt1"/>
              </a:solidFill>
              <a:latin typeface="Comic Sans MS"/>
              <a:ea typeface="Comic Sans MS"/>
              <a:cs typeface="Comic Sans MS"/>
              <a:sym typeface="Comic Sans MS"/>
            </a:endParaRPr>
          </a:p>
        </p:txBody>
      </p:sp>
      <p:sp>
        <p:nvSpPr>
          <p:cNvPr id="223" name="Google Shape;223;p11"/>
          <p:cNvSpPr/>
          <p:nvPr/>
        </p:nvSpPr>
        <p:spPr>
          <a:xfrm>
            <a:off x="521970" y="2933065"/>
            <a:ext cx="5436235" cy="192722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127000" lvl="1" marL="457200" marR="0" rtl="0" algn="l">
              <a:lnSpc>
                <a:spcPct val="9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342900" lvl="1" marL="571500" marR="0" rtl="0" algn="l">
              <a:lnSpc>
                <a:spcPct val="90000"/>
              </a:lnSpc>
              <a:spcBef>
                <a:spcPts val="600"/>
              </a:spcBef>
              <a:spcAft>
                <a:spcPts val="0"/>
              </a:spcAft>
              <a:buClr>
                <a:schemeClr val="lt1"/>
              </a:buClr>
              <a:buSzPts val="1600"/>
              <a:buFont typeface="Arial"/>
              <a:buAutoNum type="romanLcPeriod"/>
            </a:pPr>
            <a:r>
              <a:rPr b="0" i="0" lang="en-US" sz="1600" u="none" cap="none" strike="noStrike">
                <a:solidFill>
                  <a:schemeClr val="lt1"/>
                </a:solidFill>
                <a:latin typeface="Comic Sans MS"/>
                <a:ea typeface="Comic Sans MS"/>
                <a:cs typeface="Comic Sans MS"/>
                <a:sym typeface="Comic Sans MS"/>
              </a:rPr>
              <a:t>A “.cshtml” file that contains HTML markup with C# code using Razor syntax.​</a:t>
            </a:r>
            <a:endParaRPr b="0" i="0" sz="1600" u="none" cap="none" strike="noStrike">
              <a:solidFill>
                <a:schemeClr val="lt1"/>
              </a:solidFill>
              <a:latin typeface="Comic Sans MS"/>
              <a:ea typeface="Comic Sans MS"/>
              <a:cs typeface="Comic Sans MS"/>
              <a:sym typeface="Comic Sans MS"/>
            </a:endParaRPr>
          </a:p>
          <a:p>
            <a:pPr indent="-241300" lvl="1" marL="571500" marR="0" rtl="0" algn="l">
              <a:lnSpc>
                <a:spcPct val="90000"/>
              </a:lnSpc>
              <a:spcBef>
                <a:spcPts val="60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342900" lvl="1" marL="571500" marR="0" rtl="0" algn="l">
              <a:lnSpc>
                <a:spcPct val="90000"/>
              </a:lnSpc>
              <a:spcBef>
                <a:spcPts val="600"/>
              </a:spcBef>
              <a:spcAft>
                <a:spcPts val="0"/>
              </a:spcAft>
              <a:buClr>
                <a:schemeClr val="lt1"/>
              </a:buClr>
              <a:buSzPts val="1600"/>
              <a:buFont typeface="Arial"/>
              <a:buAutoNum type="romanLcPeriod"/>
            </a:pPr>
            <a:r>
              <a:rPr b="0" i="0" lang="en-US" sz="1600" u="none" cap="none" strike="noStrike">
                <a:solidFill>
                  <a:schemeClr val="lt1"/>
                </a:solidFill>
                <a:latin typeface="Comic Sans MS"/>
                <a:ea typeface="Comic Sans MS"/>
                <a:cs typeface="Comic Sans MS"/>
                <a:sym typeface="Comic Sans MS"/>
              </a:rPr>
              <a:t>A “.cshtml.cs” (“code behind” or “Page model” file) file that contains C# code that handles page events.</a:t>
            </a:r>
            <a:endParaRPr b="0" i="0" sz="1600" u="none" cap="none" strike="noStrike">
              <a:solidFill>
                <a:schemeClr val="lt1"/>
              </a:solidFill>
              <a:latin typeface="Comic Sans MS"/>
              <a:ea typeface="Comic Sans MS"/>
              <a:cs typeface="Comic Sans MS"/>
              <a:sym typeface="Comic Sans MS"/>
            </a:endParaRPr>
          </a:p>
          <a:p>
            <a:pPr indent="-241300" lvl="1" marL="571500" marR="0" rtl="0" algn="l">
              <a:lnSpc>
                <a:spcPct val="90000"/>
              </a:lnSpc>
              <a:spcBef>
                <a:spcPts val="60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p:txBody>
      </p:sp>
      <p:pic>
        <p:nvPicPr>
          <p:cNvPr id="224" name="Google Shape;224;p11"/>
          <p:cNvPicPr preferRelativeResize="0"/>
          <p:nvPr>
            <p:ph idx="1" type="body"/>
          </p:nvPr>
        </p:nvPicPr>
        <p:blipFill rotWithShape="1">
          <a:blip r:embed="rId3">
            <a:alphaModFix/>
          </a:blip>
          <a:srcRect b="0" l="0" r="0" t="0"/>
          <a:stretch/>
        </p:blipFill>
        <p:spPr>
          <a:xfrm>
            <a:off x="7783195" y="3179445"/>
            <a:ext cx="2428800" cy="657300"/>
          </a:xfrm>
          <a:prstGeom prst="rect">
            <a:avLst/>
          </a:prstGeom>
          <a:noFill/>
          <a:ln>
            <a:noFill/>
          </a:ln>
        </p:spPr>
      </p:pic>
      <p:pic>
        <p:nvPicPr>
          <p:cNvPr descr="Aitrich-Logo-Transparent-BG-2048x671" id="225" name="Google Shape;225;p11"/>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1000"/>
                                        <p:tgtEl>
                                          <p:spTgt spid="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000"/>
                                        <p:tgtEl>
                                          <p:spTgt spid="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Arial"/>
              <a:buNone/>
            </a:pPr>
            <a:r>
              <a:rPr lang="en-US">
                <a:solidFill>
                  <a:srgbClr val="012D86"/>
                </a:solidFill>
              </a:rPr>
              <a:t>Razor page –  .cshtml page</a:t>
            </a:r>
            <a:br>
              <a:rPr lang="en-US">
                <a:solidFill>
                  <a:srgbClr val="012D86"/>
                </a:solidFill>
                <a:latin typeface="Arial"/>
                <a:ea typeface="Arial"/>
                <a:cs typeface="Arial"/>
                <a:sym typeface="Arial"/>
              </a:rPr>
            </a:br>
            <a:endParaRPr>
              <a:solidFill>
                <a:srgbClr val="012D86"/>
              </a:solidFill>
              <a:latin typeface="Arial"/>
              <a:ea typeface="Arial"/>
              <a:cs typeface="Arial"/>
              <a:sym typeface="Arial"/>
            </a:endParaRPr>
          </a:p>
        </p:txBody>
      </p:sp>
      <p:sp>
        <p:nvSpPr>
          <p:cNvPr id="231" name="Google Shape;231;p12"/>
          <p:cNvSpPr/>
          <p:nvPr/>
        </p:nvSpPr>
        <p:spPr>
          <a:xfrm>
            <a:off x="424815" y="1562100"/>
            <a:ext cx="6653530" cy="39751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1600"/>
              <a:buFont typeface="Arial"/>
              <a:buNone/>
            </a:pPr>
            <a:r>
              <a:rPr b="0" i="0" lang="en-US" sz="1600" u="none" cap="none" strike="noStrike">
                <a:solidFill>
                  <a:schemeClr val="lt1"/>
                </a:solidFill>
                <a:latin typeface="Comic Sans MS"/>
                <a:ea typeface="Comic Sans MS"/>
                <a:cs typeface="Comic Sans MS"/>
                <a:sym typeface="Comic Sans MS"/>
              </a:rPr>
              <a:t>This code looks a lot like a Razor view file used in an ASP.NET Core app with controllers and views. What makes it different is the @page directive.</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90000"/>
              </a:lnSpc>
              <a:spcBef>
                <a:spcPts val="60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101600" lvl="0" marL="0" marR="0" rtl="0" algn="l">
              <a:lnSpc>
                <a:spcPct val="90000"/>
              </a:lnSpc>
              <a:spcBef>
                <a:spcPts val="600"/>
              </a:spcBef>
              <a:spcAft>
                <a:spcPts val="0"/>
              </a:spcAft>
              <a:buClr>
                <a:schemeClr val="lt1"/>
              </a:buClr>
              <a:buSzPts val="1600"/>
              <a:buFont typeface="Arial"/>
              <a:buChar char="•"/>
            </a:pPr>
            <a:r>
              <a:rPr b="1" i="0" lang="en-US" sz="1600" u="none" cap="none" strike="noStrike">
                <a:solidFill>
                  <a:schemeClr val="lt1"/>
                </a:solidFill>
                <a:latin typeface="Comic Sans MS"/>
                <a:ea typeface="Comic Sans MS"/>
                <a:cs typeface="Comic Sans MS"/>
                <a:sym typeface="Comic Sans MS"/>
              </a:rPr>
              <a:t>@page </a:t>
            </a:r>
            <a:r>
              <a:rPr b="0" i="0" lang="en-US" sz="1600" u="none" cap="none" strike="noStrike">
                <a:solidFill>
                  <a:schemeClr val="lt1"/>
                </a:solidFill>
                <a:latin typeface="Comic Sans MS"/>
                <a:ea typeface="Comic Sans MS"/>
                <a:cs typeface="Comic Sans MS"/>
                <a:sym typeface="Comic Sans MS"/>
              </a:rPr>
              <a:t>makes the file into an MVC action, which means that it handles requests directly, without going through a controller.   </a:t>
            </a:r>
            <a:r>
              <a:rPr b="1" i="0" lang="en-US" sz="1600" u="none" cap="none" strike="noStrike">
                <a:solidFill>
                  <a:schemeClr val="lt1"/>
                </a:solidFill>
                <a:latin typeface="Comic Sans MS"/>
                <a:ea typeface="Comic Sans MS"/>
                <a:cs typeface="Comic Sans MS"/>
                <a:sym typeface="Comic Sans MS"/>
              </a:rPr>
              <a:t>@page</a:t>
            </a:r>
            <a:r>
              <a:rPr b="0" i="0" lang="en-US" sz="1600" u="none" cap="none" strike="noStrike">
                <a:solidFill>
                  <a:schemeClr val="lt1"/>
                </a:solidFill>
                <a:latin typeface="Comic Sans MS"/>
                <a:ea typeface="Comic Sans MS"/>
                <a:cs typeface="Comic Sans MS"/>
                <a:sym typeface="Comic Sans MS"/>
              </a:rPr>
              <a:t> must be the first Razor directive on a page. </a:t>
            </a:r>
            <a:r>
              <a:rPr b="1" i="0" lang="en-US" sz="1600" u="none" cap="none" strike="noStrike">
                <a:solidFill>
                  <a:schemeClr val="lt1"/>
                </a:solidFill>
                <a:latin typeface="Comic Sans MS"/>
                <a:ea typeface="Comic Sans MS"/>
                <a:cs typeface="Comic Sans MS"/>
                <a:sym typeface="Comic Sans MS"/>
              </a:rPr>
              <a:t>@page</a:t>
            </a:r>
            <a:r>
              <a:rPr b="0" i="0" lang="en-US" sz="1600" u="none" cap="none" strike="noStrike">
                <a:solidFill>
                  <a:schemeClr val="lt1"/>
                </a:solidFill>
                <a:latin typeface="Comic Sans MS"/>
                <a:ea typeface="Comic Sans MS"/>
                <a:cs typeface="Comic Sans MS"/>
                <a:sym typeface="Comic Sans MS"/>
              </a:rPr>
              <a:t> affects the behavior of other Razorn constructs. Razor Pages file names have a .cshtml suffix.</a:t>
            </a:r>
            <a:endParaRPr b="0" i="0" sz="1600" u="none" cap="none" strike="noStrike">
              <a:solidFill>
                <a:schemeClr val="lt1"/>
              </a:solidFill>
              <a:latin typeface="Comic Sans MS"/>
              <a:ea typeface="Comic Sans MS"/>
              <a:cs typeface="Comic Sans MS"/>
              <a:sym typeface="Comic Sans MS"/>
            </a:endParaRPr>
          </a:p>
          <a:p>
            <a:pPr indent="101600" lvl="0" marL="0" marR="0" rtl="0" algn="l">
              <a:lnSpc>
                <a:spcPct val="90000"/>
              </a:lnSpc>
              <a:spcBef>
                <a:spcPts val="60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101600" lvl="0" marL="0" marR="0" rtl="0" algn="l">
              <a:lnSpc>
                <a:spcPct val="90000"/>
              </a:lnSpc>
              <a:spcBef>
                <a:spcPts val="600"/>
              </a:spcBef>
              <a:spcAft>
                <a:spcPts val="0"/>
              </a:spcAft>
              <a:buClr>
                <a:schemeClr val="lt1"/>
              </a:buClr>
              <a:buSzPts val="1600"/>
              <a:buFont typeface="Arial"/>
              <a:buChar char="•"/>
            </a:pPr>
            <a:r>
              <a:rPr b="0" i="0" lang="en-US" sz="1600" u="none" cap="none" strike="noStrike">
                <a:solidFill>
                  <a:schemeClr val="lt1"/>
                </a:solidFill>
                <a:latin typeface="Comic Sans MS"/>
                <a:ea typeface="Comic Sans MS"/>
                <a:cs typeface="Comic Sans MS"/>
                <a:sym typeface="Comic Sans MS"/>
              </a:rPr>
              <a:t>The </a:t>
            </a:r>
            <a:r>
              <a:rPr b="1" i="0" lang="en-US" sz="1600" u="none" cap="none" strike="noStrike">
                <a:solidFill>
                  <a:schemeClr val="lt1"/>
                </a:solidFill>
                <a:latin typeface="Comic Sans MS"/>
                <a:ea typeface="Comic Sans MS"/>
                <a:cs typeface="Comic Sans MS"/>
                <a:sym typeface="Comic Sans MS"/>
              </a:rPr>
              <a:t>@model</a:t>
            </a:r>
            <a:r>
              <a:rPr b="0" i="0" lang="en-US" sz="1600" u="none" cap="none" strike="noStrike">
                <a:solidFill>
                  <a:schemeClr val="lt1"/>
                </a:solidFill>
                <a:latin typeface="Comic Sans MS"/>
                <a:ea typeface="Comic Sans MS"/>
                <a:cs typeface="Comic Sans MS"/>
                <a:sym typeface="Comic Sans MS"/>
              </a:rPr>
              <a:t> directive specifies the model type made available to the Razor page</a:t>
            </a:r>
            <a:endParaRPr b="0" i="0" sz="1600" u="none" cap="none" strike="noStrike">
              <a:solidFill>
                <a:schemeClr val="lt1"/>
              </a:solidFill>
              <a:latin typeface="Comic Sans MS"/>
              <a:ea typeface="Comic Sans MS"/>
              <a:cs typeface="Comic Sans MS"/>
              <a:sym typeface="Comic Sans MS"/>
            </a:endParaRPr>
          </a:p>
        </p:txBody>
      </p:sp>
      <p:pic>
        <p:nvPicPr>
          <p:cNvPr id="232" name="Google Shape;232;p12"/>
          <p:cNvPicPr preferRelativeResize="0"/>
          <p:nvPr>
            <p:ph idx="1" type="body"/>
          </p:nvPr>
        </p:nvPicPr>
        <p:blipFill rotWithShape="1">
          <a:blip r:embed="rId3">
            <a:alphaModFix/>
          </a:blip>
          <a:srcRect b="0" l="0" r="0" t="0"/>
          <a:stretch/>
        </p:blipFill>
        <p:spPr>
          <a:xfrm>
            <a:off x="7207885" y="2425700"/>
            <a:ext cx="4714875" cy="2752725"/>
          </a:xfrm>
          <a:prstGeom prst="rect">
            <a:avLst/>
          </a:prstGeom>
          <a:noFill/>
          <a:ln>
            <a:noFill/>
          </a:ln>
        </p:spPr>
      </p:pic>
      <p:pic>
        <p:nvPicPr>
          <p:cNvPr descr="Aitrich-Logo-Transparent-BG-2048x671" id="233" name="Google Shape;233;p12"/>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Rendering HTML</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239" name="Google Shape;239;p13"/>
          <p:cNvSpPr/>
          <p:nvPr/>
        </p:nvSpPr>
        <p:spPr>
          <a:xfrm>
            <a:off x="780415" y="1724660"/>
            <a:ext cx="5163185" cy="188722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The default Razor language is HTML. Rendering HTML from Razor markup is no different than rendering HTML from an HTML file. HTML markup in .cshtml Razor files is rendered by the server unchanged.</a:t>
            </a:r>
            <a:endParaRPr b="0" i="0" sz="1600" u="none" cap="none" strike="noStrike">
              <a:solidFill>
                <a:schemeClr val="lt1"/>
              </a:solidFill>
              <a:latin typeface="Comic Sans MS"/>
              <a:ea typeface="Comic Sans MS"/>
              <a:cs typeface="Comic Sans MS"/>
              <a:sym typeface="Comic Sans MS"/>
            </a:endParaRPr>
          </a:p>
        </p:txBody>
      </p:sp>
      <p:grpSp>
        <p:nvGrpSpPr>
          <p:cNvPr id="240" name="Google Shape;240;p13"/>
          <p:cNvGrpSpPr/>
          <p:nvPr/>
        </p:nvGrpSpPr>
        <p:grpSpPr>
          <a:xfrm flipH="1" rot="10800000">
            <a:off x="6572250" y="0"/>
            <a:ext cx="5928360" cy="6634480"/>
            <a:chOff x="6095999" y="52996"/>
            <a:chExt cx="6093363" cy="6805005"/>
          </a:xfrm>
        </p:grpSpPr>
        <p:sp>
          <p:nvSpPr>
            <p:cNvPr id="241" name="Google Shape;241;p13"/>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2" name="Google Shape;242;p13"/>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3" name="Google Shape;243;p13"/>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244" name="Google Shape;244;p13"/>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245" name="Google Shape;245;p13"/>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Razor syntax</a:t>
            </a:r>
            <a:br>
              <a:rPr b="1" lang="en-US">
                <a:solidFill>
                  <a:srgbClr val="012D86"/>
                </a:solidFill>
                <a:latin typeface="Bell MT"/>
                <a:ea typeface="Bell MT"/>
                <a:cs typeface="Bell MT"/>
                <a:sym typeface="Bell MT"/>
              </a:rPr>
            </a:br>
            <a:endParaRPr b="1">
              <a:solidFill>
                <a:srgbClr val="012D86"/>
              </a:solidFill>
              <a:latin typeface="Bell MT"/>
              <a:ea typeface="Bell MT"/>
              <a:cs typeface="Bell MT"/>
              <a:sym typeface="Bell MT"/>
            </a:endParaRPr>
          </a:p>
        </p:txBody>
      </p:sp>
      <p:sp>
        <p:nvSpPr>
          <p:cNvPr id="251" name="Google Shape;251;p14"/>
          <p:cNvSpPr/>
          <p:nvPr/>
        </p:nvSpPr>
        <p:spPr>
          <a:xfrm>
            <a:off x="720090" y="5290820"/>
            <a:ext cx="7576185" cy="58229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To escape an @ symbol in Razor markup, use a second @ symbol:</a:t>
            </a:r>
            <a:endParaRPr b="0" i="0" sz="1600" u="none" cap="none" strike="noStrike">
              <a:solidFill>
                <a:schemeClr val="lt1"/>
              </a:solidFill>
              <a:latin typeface="Comic Sans MS"/>
              <a:ea typeface="Comic Sans MS"/>
              <a:cs typeface="Comic Sans MS"/>
              <a:sym typeface="Comic Sans MS"/>
            </a:endParaRPr>
          </a:p>
        </p:txBody>
      </p:sp>
      <p:sp>
        <p:nvSpPr>
          <p:cNvPr id="252" name="Google Shape;252;p14"/>
          <p:cNvSpPr/>
          <p:nvPr/>
        </p:nvSpPr>
        <p:spPr>
          <a:xfrm>
            <a:off x="720090" y="4311650"/>
            <a:ext cx="7576185" cy="86741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When an @ symbol is followed by a Razor reserved keyword, it transitions into Razor-specific markup. Otherwise, it transitions into plain HTML.</a:t>
            </a:r>
            <a:endParaRPr b="0" i="0" sz="1600" u="none" cap="none" strike="noStrike">
              <a:solidFill>
                <a:schemeClr val="lt1"/>
              </a:solidFill>
              <a:latin typeface="Comic Sans MS"/>
              <a:ea typeface="Comic Sans MS"/>
              <a:cs typeface="Comic Sans MS"/>
              <a:sym typeface="Comic Sans MS"/>
            </a:endParaRPr>
          </a:p>
        </p:txBody>
      </p:sp>
      <p:sp>
        <p:nvSpPr>
          <p:cNvPr id="253" name="Google Shape;253;p14"/>
          <p:cNvSpPr/>
          <p:nvPr/>
        </p:nvSpPr>
        <p:spPr>
          <a:xfrm>
            <a:off x="720090" y="1159510"/>
            <a:ext cx="7576185" cy="201993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Razor is a markup syntax for embedding .NET based code into webpages. The Razor syntax consists of Razor markup, C#, and HTML. Files containing Razor generally have a</a:t>
            </a:r>
            <a:r>
              <a:rPr b="1" i="0" lang="en-US" sz="1600" u="none" cap="none" strike="noStrike">
                <a:solidFill>
                  <a:schemeClr val="lt1"/>
                </a:solidFill>
                <a:latin typeface="Comic Sans MS"/>
                <a:ea typeface="Comic Sans MS"/>
                <a:cs typeface="Comic Sans MS"/>
                <a:sym typeface="Comic Sans MS"/>
              </a:rPr>
              <a:t> .cshtml </a:t>
            </a:r>
            <a:r>
              <a:rPr b="0" i="0" lang="en-US" sz="1600" u="none" cap="none" strike="noStrike">
                <a:solidFill>
                  <a:schemeClr val="lt1"/>
                </a:solidFill>
                <a:latin typeface="Comic Sans MS"/>
                <a:ea typeface="Comic Sans MS"/>
                <a:cs typeface="Comic Sans MS"/>
                <a:sym typeface="Comic Sans MS"/>
              </a:rPr>
              <a:t>file extension. Razor is also found in Razor component files (.</a:t>
            </a:r>
            <a:r>
              <a:rPr b="1" i="0" lang="en-US" sz="1600" u="none" cap="none" strike="noStrike">
                <a:solidFill>
                  <a:schemeClr val="lt1"/>
                </a:solidFill>
                <a:latin typeface="Comic Sans MS"/>
                <a:ea typeface="Comic Sans MS"/>
                <a:cs typeface="Comic Sans MS"/>
                <a:sym typeface="Comic Sans MS"/>
              </a:rPr>
              <a:t>razor</a:t>
            </a:r>
            <a:r>
              <a:rPr b="0" i="0" lang="en-US" sz="1600" u="none" cap="none" strike="noStrike">
                <a:solidFill>
                  <a:schemeClr val="lt1"/>
                </a:solidFill>
                <a:latin typeface="Comic Sans MS"/>
                <a:ea typeface="Comic Sans MS"/>
                <a:cs typeface="Comic Sans MS"/>
                <a:sym typeface="Comic Sans MS"/>
              </a:rPr>
              <a:t>). Razor syntax is similar to the templating engines of various JavaScript single-page application (SPA) frameworks, such as Angular, React, VueJs, and Svelte.</a:t>
            </a:r>
            <a:r>
              <a:rPr b="0" i="0" lang="en-US" sz="1400" u="none" cap="none" strike="noStrike">
                <a:solidFill>
                  <a:schemeClr val="lt1"/>
                </a:solidFill>
                <a:latin typeface="Comic Sans MS"/>
                <a:ea typeface="Comic Sans MS"/>
                <a:cs typeface="Comic Sans MS"/>
                <a:sym typeface="Comic Sans MS"/>
              </a:rPr>
              <a:t> </a:t>
            </a:r>
            <a:endParaRPr b="0" i="0" sz="1400" u="none" cap="none" strike="noStrike">
              <a:solidFill>
                <a:schemeClr val="lt1"/>
              </a:solidFill>
              <a:latin typeface="Comic Sans MS"/>
              <a:ea typeface="Comic Sans MS"/>
              <a:cs typeface="Comic Sans MS"/>
              <a:sym typeface="Comic Sans MS"/>
            </a:endParaRPr>
          </a:p>
        </p:txBody>
      </p:sp>
      <p:sp>
        <p:nvSpPr>
          <p:cNvPr id="254" name="Google Shape;254;p14"/>
          <p:cNvSpPr/>
          <p:nvPr/>
        </p:nvSpPr>
        <p:spPr>
          <a:xfrm>
            <a:off x="720090" y="3291205"/>
            <a:ext cx="7576185" cy="90868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Razor supports C# and uses the @ symbol to transition from HTML to C#. Razor evaluates C# expressions and renders them in the HTML output.</a:t>
            </a:r>
            <a:endParaRPr b="0" i="0" sz="1600" u="none" cap="none" strike="noStrike">
              <a:solidFill>
                <a:schemeClr val="lt1"/>
              </a:solidFill>
              <a:latin typeface="Comic Sans MS"/>
              <a:ea typeface="Comic Sans MS"/>
              <a:cs typeface="Comic Sans MS"/>
              <a:sym typeface="Comic Sans MS"/>
            </a:endParaRPr>
          </a:p>
        </p:txBody>
      </p:sp>
      <p:pic>
        <p:nvPicPr>
          <p:cNvPr descr="Aitrich-Logo-Transparent-BG-2048x671" id="255" name="Google Shape;255;p14"/>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1000"/>
                                        <p:tgtEl>
                                          <p:spTgt spid="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1000"/>
                                        <p:tgtEl>
                                          <p:spTgt spid="2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0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5"/>
          <p:cNvSpPr txBox="1"/>
          <p:nvPr>
            <p:ph type="title"/>
          </p:nvPr>
        </p:nvSpPr>
        <p:spPr>
          <a:xfrm>
            <a:off x="576550" y="225063"/>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Arial"/>
              <a:buNone/>
            </a:pPr>
            <a:r>
              <a:rPr b="1" lang="en-US"/>
              <a:t> </a:t>
            </a:r>
            <a:br>
              <a:rPr b="1" lang="en-US"/>
            </a:br>
            <a:r>
              <a:rPr b="1" lang="en-US" sz="4000">
                <a:solidFill>
                  <a:srgbClr val="012D86"/>
                </a:solidFill>
                <a:latin typeface="Bell MT"/>
                <a:ea typeface="Bell MT"/>
                <a:cs typeface="Bell MT"/>
                <a:sym typeface="Bell MT"/>
              </a:rPr>
              <a:t>PageModel -  .cshtml.cs page</a:t>
            </a:r>
            <a:br>
              <a:rPr b="1" lang="en-US">
                <a:latin typeface="Arial"/>
                <a:ea typeface="Arial"/>
                <a:cs typeface="Arial"/>
                <a:sym typeface="Arial"/>
              </a:rPr>
            </a:br>
            <a:endParaRPr/>
          </a:p>
        </p:txBody>
      </p:sp>
      <p:grpSp>
        <p:nvGrpSpPr>
          <p:cNvPr id="261" name="Google Shape;261;p15"/>
          <p:cNvGrpSpPr/>
          <p:nvPr/>
        </p:nvGrpSpPr>
        <p:grpSpPr>
          <a:xfrm rot="10800000">
            <a:off x="365126" y="1441829"/>
            <a:ext cx="8576574" cy="4230656"/>
            <a:chOff x="-1187288" y="-690369"/>
            <a:chExt cx="6567055" cy="5541135"/>
          </a:xfrm>
        </p:grpSpPr>
        <p:sp>
          <p:nvSpPr>
            <p:cNvPr id="262" name="Google Shape;262;p15"/>
            <p:cNvSpPr/>
            <p:nvPr/>
          </p:nvSpPr>
          <p:spPr>
            <a:xfrm rot="5400000">
              <a:off x="-114813" y="114813"/>
              <a:ext cx="765418" cy="535793"/>
            </a:xfrm>
            <a:prstGeom prst="chevron">
              <a:avLst>
                <a:gd fmla="val 50000" name="adj"/>
              </a:avLst>
            </a:prstGeom>
            <a:solidFill>
              <a:srgbClr val="5A84AE"/>
            </a:solidFill>
            <a:ln cap="flat" cmpd="sng" w="12700">
              <a:solidFill>
                <a:srgbClr val="5A84AE"/>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5"/>
            <p:cNvSpPr txBox="1"/>
            <p:nvPr/>
          </p:nvSpPr>
          <p:spPr>
            <a:xfrm rot="10800000">
              <a:off x="-114813" y="114813"/>
              <a:ext cx="765418" cy="535793"/>
            </a:xfrm>
            <a:prstGeom prst="rect">
              <a:avLst/>
            </a:prstGeom>
            <a:noFill/>
            <a:ln>
              <a:noFill/>
            </a:ln>
          </p:spPr>
          <p:txBody>
            <a:bodyPr anchorCtr="0" anchor="ctr" bIns="8250" lIns="8250" spcFirstLastPara="1" rIns="8250" wrap="square" tIns="825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264" name="Google Shape;264;p15"/>
            <p:cNvSpPr/>
            <p:nvPr/>
          </p:nvSpPr>
          <p:spPr>
            <a:xfrm rot="5400000">
              <a:off x="2363811" y="-2518269"/>
              <a:ext cx="1188000" cy="4843800"/>
            </a:xfrm>
            <a:prstGeom prst="round2SameRect">
              <a:avLst>
                <a:gd fmla="val 16667" name="adj1"/>
                <a:gd fmla="val 0" name="adj2"/>
              </a:avLst>
            </a:prstGeom>
            <a:solidFill>
              <a:schemeClr val="lt1">
                <a:alpha val="89804"/>
              </a:schemeClr>
            </a:solidFill>
            <a:ln cap="flat" cmpd="sng" w="12700">
              <a:solidFill>
                <a:srgbClr val="5A84AE"/>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5"/>
            <p:cNvSpPr txBox="1"/>
            <p:nvPr/>
          </p:nvSpPr>
          <p:spPr>
            <a:xfrm rot="10800000">
              <a:off x="1469526" y="-267761"/>
              <a:ext cx="3910200" cy="765300"/>
            </a:xfrm>
            <a:prstGeom prst="rect">
              <a:avLst/>
            </a:prstGeom>
            <a:noFill/>
            <a:ln>
              <a:noFill/>
            </a:ln>
          </p:spPr>
          <p:txBody>
            <a:bodyPr anchorCtr="0" anchor="ctr" bIns="8250" lIns="92450" spcFirstLastPara="1" rIns="8250" wrap="square" tIns="8250">
              <a:noAutofit/>
            </a:bodyPr>
            <a:lstStyle/>
            <a:p>
              <a:pPr indent="-114300" lvl="1" marL="114300" marR="0" rtl="0" algn="l">
                <a:lnSpc>
                  <a:spcPct val="100000"/>
                </a:lnSpc>
                <a:spcBef>
                  <a:spcPts val="0"/>
                </a:spcBef>
                <a:spcAft>
                  <a:spcPts val="0"/>
                </a:spcAft>
                <a:buClr>
                  <a:schemeClr val="dk1"/>
                </a:buClr>
                <a:buSzPts val="1300"/>
                <a:buFont typeface="Comic Sans MS"/>
                <a:buChar char="•"/>
              </a:pPr>
              <a:r>
                <a:rPr b="0" i="0" lang="en-US" sz="1300" u="none" cap="none" strike="noStrike">
                  <a:solidFill>
                    <a:schemeClr val="dk1"/>
                  </a:solidFill>
                  <a:latin typeface="Comic Sans MS"/>
                  <a:ea typeface="Comic Sans MS"/>
                  <a:cs typeface="Comic Sans MS"/>
                  <a:sym typeface="Comic Sans MS"/>
                </a:rPr>
                <a:t>By convention, the PageModel class file has the same name as the Razor Page file with .cs appended.</a:t>
              </a:r>
              <a:endParaRPr b="0" i="0" sz="1300" u="none" cap="none" strike="noStrike">
                <a:solidFill>
                  <a:schemeClr val="dk1"/>
                </a:solidFill>
                <a:latin typeface="Comic Sans MS"/>
                <a:ea typeface="Comic Sans MS"/>
                <a:cs typeface="Comic Sans MS"/>
                <a:sym typeface="Comic Sans MS"/>
              </a:endParaRPr>
            </a:p>
          </p:txBody>
        </p:sp>
        <p:sp>
          <p:nvSpPr>
            <p:cNvPr id="266" name="Google Shape;266;p15"/>
            <p:cNvSpPr/>
            <p:nvPr/>
          </p:nvSpPr>
          <p:spPr>
            <a:xfrm rot="5400000">
              <a:off x="-114813" y="795704"/>
              <a:ext cx="765418" cy="535793"/>
            </a:xfrm>
            <a:prstGeom prst="chevron">
              <a:avLst>
                <a:gd fmla="val 50000" name="adj"/>
              </a:avLst>
            </a:prstGeom>
            <a:solidFill>
              <a:srgbClr val="709AC9"/>
            </a:solidFill>
            <a:ln cap="flat" cmpd="sng" w="12700">
              <a:solidFill>
                <a:srgbClr val="709AC9"/>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5"/>
            <p:cNvSpPr txBox="1"/>
            <p:nvPr/>
          </p:nvSpPr>
          <p:spPr>
            <a:xfrm rot="10800000">
              <a:off x="-114813" y="795704"/>
              <a:ext cx="765418" cy="535793"/>
            </a:xfrm>
            <a:prstGeom prst="rect">
              <a:avLst/>
            </a:prstGeom>
            <a:noFill/>
            <a:ln>
              <a:noFill/>
            </a:ln>
          </p:spPr>
          <p:txBody>
            <a:bodyPr anchorCtr="0" anchor="ctr" bIns="8250" lIns="8250" spcFirstLastPara="1" rIns="8250" wrap="square" tIns="825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268" name="Google Shape;268;p15"/>
            <p:cNvSpPr/>
            <p:nvPr/>
          </p:nvSpPr>
          <p:spPr>
            <a:xfrm rot="5400000">
              <a:off x="2709167" y="-1492310"/>
              <a:ext cx="497400" cy="4843800"/>
            </a:xfrm>
            <a:prstGeom prst="round2SameRect">
              <a:avLst>
                <a:gd fmla="val 16667" name="adj1"/>
                <a:gd fmla="val 0" name="adj2"/>
              </a:avLst>
            </a:prstGeom>
            <a:solidFill>
              <a:schemeClr val="lt1">
                <a:alpha val="89804"/>
              </a:schemeClr>
            </a:solidFill>
            <a:ln cap="flat" cmpd="sng" w="12700">
              <a:solidFill>
                <a:srgbClr val="709AC9"/>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5"/>
            <p:cNvSpPr txBox="1"/>
            <p:nvPr/>
          </p:nvSpPr>
          <p:spPr>
            <a:xfrm rot="10800000">
              <a:off x="535929" y="723354"/>
              <a:ext cx="4843800" cy="535800"/>
            </a:xfrm>
            <a:prstGeom prst="rect">
              <a:avLst/>
            </a:prstGeom>
            <a:noFill/>
            <a:ln>
              <a:noFill/>
            </a:ln>
          </p:spPr>
          <p:txBody>
            <a:bodyPr anchorCtr="0" anchor="ctr" bIns="8250" lIns="92450" spcFirstLastPara="1" rIns="8250" wrap="square" tIns="8250">
              <a:noAutofit/>
            </a:bodyPr>
            <a:lstStyle/>
            <a:p>
              <a:pPr indent="-114300" lvl="1" marL="114300" marR="0" rtl="0" algn="l">
                <a:lnSpc>
                  <a:spcPct val="100000"/>
                </a:lnSpc>
                <a:spcBef>
                  <a:spcPts val="0"/>
                </a:spcBef>
                <a:spcAft>
                  <a:spcPts val="0"/>
                </a:spcAft>
                <a:buClr>
                  <a:schemeClr val="dk1"/>
                </a:buClr>
                <a:buSzPts val="1300"/>
                <a:buFont typeface="Comic Sans MS"/>
                <a:buChar char="•"/>
              </a:pPr>
              <a:r>
                <a:rPr b="0" i="0" lang="en-US" sz="1300" u="none" cap="none" strike="noStrike">
                  <a:solidFill>
                    <a:schemeClr val="dk1"/>
                  </a:solidFill>
                  <a:latin typeface="Comic Sans MS"/>
                  <a:ea typeface="Comic Sans MS"/>
                  <a:cs typeface="Comic Sans MS"/>
                  <a:sym typeface="Comic Sans MS"/>
                </a:rPr>
                <a:t>This is the logic Part of the page </a:t>
              </a:r>
              <a:r>
                <a:rPr b="0" i="0" lang="en-US" sz="900" u="none" cap="none" strike="noStrike">
                  <a:solidFill>
                    <a:schemeClr val="dk1"/>
                  </a:solidFill>
                  <a:latin typeface="Comic Sans MS"/>
                  <a:ea typeface="Comic Sans MS"/>
                  <a:cs typeface="Comic Sans MS"/>
                  <a:sym typeface="Comic Sans MS"/>
                </a:rPr>
                <a:t>.</a:t>
              </a:r>
              <a:endParaRPr b="0" i="0" sz="900" u="none" cap="none" strike="noStrike">
                <a:solidFill>
                  <a:schemeClr val="dk1"/>
                </a:solidFill>
                <a:latin typeface="Comic Sans MS"/>
                <a:ea typeface="Comic Sans MS"/>
                <a:cs typeface="Comic Sans MS"/>
                <a:sym typeface="Comic Sans MS"/>
              </a:endParaRPr>
            </a:p>
          </p:txBody>
        </p:sp>
        <p:sp>
          <p:nvSpPr>
            <p:cNvPr id="270" name="Google Shape;270;p15"/>
            <p:cNvSpPr/>
            <p:nvPr/>
          </p:nvSpPr>
          <p:spPr>
            <a:xfrm rot="5400000">
              <a:off x="-114813" y="1476595"/>
              <a:ext cx="765418" cy="535793"/>
            </a:xfrm>
            <a:prstGeom prst="chevron">
              <a:avLst>
                <a:gd fmla="val 50000" name="adj"/>
              </a:avLst>
            </a:prstGeom>
            <a:solidFill>
              <a:srgbClr val="8EB3DE"/>
            </a:solidFill>
            <a:ln cap="flat" cmpd="sng" w="12700">
              <a:solidFill>
                <a:srgbClr val="8EB3DE"/>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5"/>
            <p:cNvSpPr txBox="1"/>
            <p:nvPr/>
          </p:nvSpPr>
          <p:spPr>
            <a:xfrm rot="10800000">
              <a:off x="-114813" y="1476595"/>
              <a:ext cx="765418" cy="535793"/>
            </a:xfrm>
            <a:prstGeom prst="rect">
              <a:avLst/>
            </a:prstGeom>
            <a:noFill/>
            <a:ln>
              <a:noFill/>
            </a:ln>
          </p:spPr>
          <p:txBody>
            <a:bodyPr anchorCtr="0" anchor="ctr" bIns="8250" lIns="8250" spcFirstLastPara="1" rIns="8250" wrap="square" tIns="825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272" name="Google Shape;272;p15"/>
            <p:cNvSpPr/>
            <p:nvPr/>
          </p:nvSpPr>
          <p:spPr>
            <a:xfrm rot="5400000">
              <a:off x="2708995" y="-811421"/>
              <a:ext cx="497522" cy="4843927"/>
            </a:xfrm>
            <a:prstGeom prst="round2SameRect">
              <a:avLst>
                <a:gd fmla="val 16667" name="adj1"/>
                <a:gd fmla="val 0" name="adj2"/>
              </a:avLst>
            </a:prstGeom>
            <a:solidFill>
              <a:schemeClr val="lt1">
                <a:alpha val="89804"/>
              </a:schemeClr>
            </a:solidFill>
            <a:ln cap="flat" cmpd="sng" w="12700">
              <a:solidFill>
                <a:srgbClr val="8EB3DE"/>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5"/>
            <p:cNvSpPr txBox="1"/>
            <p:nvPr/>
          </p:nvSpPr>
          <p:spPr>
            <a:xfrm rot="10800000">
              <a:off x="-1187288" y="1212654"/>
              <a:ext cx="6507900" cy="681000"/>
            </a:xfrm>
            <a:prstGeom prst="rect">
              <a:avLst/>
            </a:prstGeom>
            <a:noFill/>
            <a:ln>
              <a:noFill/>
            </a:ln>
          </p:spPr>
          <p:txBody>
            <a:bodyPr anchorCtr="0" anchor="ctr" bIns="8250" lIns="92450" spcFirstLastPara="1" rIns="8250" wrap="square" tIns="8250">
              <a:noAutofit/>
            </a:bodyPr>
            <a:lstStyle/>
            <a:p>
              <a:pPr indent="-114300" lvl="1" marL="114300" marR="0" rtl="0" algn="l">
                <a:lnSpc>
                  <a:spcPct val="100000"/>
                </a:lnSpc>
                <a:spcBef>
                  <a:spcPts val="0"/>
                </a:spcBef>
                <a:spcAft>
                  <a:spcPts val="0"/>
                </a:spcAft>
                <a:buClr>
                  <a:schemeClr val="dk1"/>
                </a:buClr>
                <a:buSzPts val="1300"/>
                <a:buFont typeface="Comic Sans MS"/>
                <a:buChar char="•"/>
              </a:pPr>
              <a:r>
                <a:rPr b="0" i="0" lang="en-US" sz="1300" u="none" cap="none" strike="noStrike">
                  <a:solidFill>
                    <a:schemeClr val="dk1"/>
                  </a:solidFill>
                  <a:latin typeface="Comic Sans MS"/>
                  <a:ea typeface="Comic Sans MS"/>
                  <a:cs typeface="Comic Sans MS"/>
                  <a:sym typeface="Comic Sans MS"/>
                </a:rPr>
                <a:t>Page events can be manage here</a:t>
              </a:r>
              <a:endParaRPr b="0" i="0" sz="1300" u="none" cap="none" strike="noStrike">
                <a:solidFill>
                  <a:schemeClr val="dk1"/>
                </a:solidFill>
                <a:latin typeface="Comic Sans MS"/>
                <a:ea typeface="Comic Sans MS"/>
                <a:cs typeface="Comic Sans MS"/>
                <a:sym typeface="Comic Sans MS"/>
              </a:endParaRPr>
            </a:p>
          </p:txBody>
        </p:sp>
        <p:sp>
          <p:nvSpPr>
            <p:cNvPr id="274" name="Google Shape;274;p15"/>
            <p:cNvSpPr/>
            <p:nvPr/>
          </p:nvSpPr>
          <p:spPr>
            <a:xfrm rot="5400000">
              <a:off x="-114813" y="2157486"/>
              <a:ext cx="765418" cy="535793"/>
            </a:xfrm>
            <a:prstGeom prst="chevron">
              <a:avLst>
                <a:gd fmla="val 50000" name="adj"/>
              </a:avLst>
            </a:prstGeom>
            <a:solidFill>
              <a:srgbClr val="B0CCEE"/>
            </a:solidFill>
            <a:ln cap="flat" cmpd="sng" w="12700">
              <a:solidFill>
                <a:srgbClr val="B0CCEE"/>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15"/>
            <p:cNvSpPr txBox="1"/>
            <p:nvPr/>
          </p:nvSpPr>
          <p:spPr>
            <a:xfrm rot="10800000">
              <a:off x="-114813" y="2157486"/>
              <a:ext cx="765418" cy="535793"/>
            </a:xfrm>
            <a:prstGeom prst="rect">
              <a:avLst/>
            </a:prstGeom>
            <a:noFill/>
            <a:ln>
              <a:noFill/>
            </a:ln>
          </p:spPr>
          <p:txBody>
            <a:bodyPr anchorCtr="0" anchor="ctr" bIns="8250" lIns="8250" spcFirstLastPara="1" rIns="8250" wrap="square" tIns="825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276" name="Google Shape;276;p15"/>
            <p:cNvSpPr/>
            <p:nvPr/>
          </p:nvSpPr>
          <p:spPr>
            <a:xfrm rot="5400000">
              <a:off x="2708995" y="-130529"/>
              <a:ext cx="497522" cy="4843927"/>
            </a:xfrm>
            <a:prstGeom prst="round2SameRect">
              <a:avLst>
                <a:gd fmla="val 16667" name="adj1"/>
                <a:gd fmla="val 0" name="adj2"/>
              </a:avLst>
            </a:prstGeom>
            <a:solidFill>
              <a:schemeClr val="lt1">
                <a:alpha val="89804"/>
              </a:schemeClr>
            </a:solidFill>
            <a:ln cap="flat" cmpd="sng" w="12700">
              <a:solidFill>
                <a:srgbClr val="B0CCEE"/>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5"/>
            <p:cNvSpPr txBox="1"/>
            <p:nvPr/>
          </p:nvSpPr>
          <p:spPr>
            <a:xfrm rot="10800000">
              <a:off x="535819" y="1928028"/>
              <a:ext cx="4678500" cy="497400"/>
            </a:xfrm>
            <a:prstGeom prst="rect">
              <a:avLst/>
            </a:prstGeom>
            <a:noFill/>
            <a:ln>
              <a:noFill/>
            </a:ln>
          </p:spPr>
          <p:txBody>
            <a:bodyPr anchorCtr="0" anchor="ctr" bIns="8250" lIns="92450" spcFirstLastPara="1" rIns="8250" wrap="square" tIns="8250">
              <a:noAutofit/>
            </a:bodyPr>
            <a:lstStyle/>
            <a:p>
              <a:pPr indent="-114300" lvl="1" marL="114300" marR="0" rtl="0" algn="l">
                <a:lnSpc>
                  <a:spcPct val="100000"/>
                </a:lnSpc>
                <a:spcBef>
                  <a:spcPts val="0"/>
                </a:spcBef>
                <a:spcAft>
                  <a:spcPts val="0"/>
                </a:spcAft>
                <a:buClr>
                  <a:schemeClr val="dk1"/>
                </a:buClr>
                <a:buSzPts val="1300"/>
                <a:buFont typeface="Comic Sans MS"/>
                <a:buChar char="•"/>
              </a:pPr>
              <a:r>
                <a:rPr b="0" i="0" lang="en-US" sz="1300" u="none" cap="none" strike="noStrike">
                  <a:solidFill>
                    <a:schemeClr val="dk1"/>
                  </a:solidFill>
                  <a:latin typeface="Comic Sans MS"/>
                  <a:ea typeface="Comic Sans MS"/>
                  <a:cs typeface="Comic Sans MS"/>
                  <a:sym typeface="Comic Sans MS"/>
                </a:rPr>
                <a:t>Encapsulates the data properties and logic  operations scoped just to its Razor page.</a:t>
              </a:r>
              <a:endParaRPr b="0" i="0" sz="1300" u="none" cap="none" strike="noStrike">
                <a:solidFill>
                  <a:schemeClr val="dk1"/>
                </a:solidFill>
                <a:latin typeface="Comic Sans MS"/>
                <a:ea typeface="Comic Sans MS"/>
                <a:cs typeface="Comic Sans MS"/>
                <a:sym typeface="Comic Sans MS"/>
              </a:endParaRPr>
            </a:p>
          </p:txBody>
        </p:sp>
        <p:sp>
          <p:nvSpPr>
            <p:cNvPr id="278" name="Google Shape;278;p15"/>
            <p:cNvSpPr/>
            <p:nvPr/>
          </p:nvSpPr>
          <p:spPr>
            <a:xfrm rot="5400000">
              <a:off x="-114813" y="2838377"/>
              <a:ext cx="765418" cy="535793"/>
            </a:xfrm>
            <a:prstGeom prst="chevron">
              <a:avLst>
                <a:gd fmla="val 50000" name="adj"/>
              </a:avLst>
            </a:prstGeom>
            <a:solidFill>
              <a:srgbClr val="B0CDEE"/>
            </a:solidFill>
            <a:ln cap="flat" cmpd="sng" w="12700">
              <a:solidFill>
                <a:srgbClr val="B0CDEE"/>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5"/>
            <p:cNvSpPr txBox="1"/>
            <p:nvPr/>
          </p:nvSpPr>
          <p:spPr>
            <a:xfrm rot="10800000">
              <a:off x="-114813" y="2838377"/>
              <a:ext cx="765418" cy="535793"/>
            </a:xfrm>
            <a:prstGeom prst="rect">
              <a:avLst/>
            </a:prstGeom>
            <a:noFill/>
            <a:ln>
              <a:noFill/>
            </a:ln>
          </p:spPr>
          <p:txBody>
            <a:bodyPr anchorCtr="0" anchor="ctr" bIns="8250" lIns="8250" spcFirstLastPara="1" rIns="8250" wrap="square" tIns="825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280" name="Google Shape;280;p15"/>
            <p:cNvSpPr/>
            <p:nvPr/>
          </p:nvSpPr>
          <p:spPr>
            <a:xfrm rot="5400000">
              <a:off x="2708995" y="550362"/>
              <a:ext cx="497522" cy="4843927"/>
            </a:xfrm>
            <a:prstGeom prst="round2SameRect">
              <a:avLst>
                <a:gd fmla="val 16667" name="adj1"/>
                <a:gd fmla="val 0" name="adj2"/>
              </a:avLst>
            </a:prstGeom>
            <a:solidFill>
              <a:schemeClr val="lt1">
                <a:alpha val="89804"/>
              </a:schemeClr>
            </a:solidFill>
            <a:ln cap="flat" cmpd="sng" w="12700">
              <a:solidFill>
                <a:srgbClr val="B0CDEE"/>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15"/>
            <p:cNvSpPr txBox="1"/>
            <p:nvPr/>
          </p:nvSpPr>
          <p:spPr>
            <a:xfrm rot="10800000">
              <a:off x="650517" y="2808162"/>
              <a:ext cx="4670100" cy="270900"/>
            </a:xfrm>
            <a:prstGeom prst="rect">
              <a:avLst/>
            </a:prstGeom>
            <a:noFill/>
            <a:ln>
              <a:noFill/>
            </a:ln>
          </p:spPr>
          <p:txBody>
            <a:bodyPr anchorCtr="0" anchor="ctr" bIns="8250" lIns="92450" spcFirstLastPara="1" rIns="8250" wrap="square" tIns="8250">
              <a:noAutofit/>
            </a:bodyPr>
            <a:lstStyle/>
            <a:p>
              <a:pPr indent="-114300" lvl="1" marL="114300" marR="0" rtl="0" algn="l">
                <a:lnSpc>
                  <a:spcPct val="100000"/>
                </a:lnSpc>
                <a:spcBef>
                  <a:spcPts val="0"/>
                </a:spcBef>
                <a:spcAft>
                  <a:spcPts val="0"/>
                </a:spcAft>
                <a:buClr>
                  <a:schemeClr val="dk1"/>
                </a:buClr>
                <a:buSzPts val="1300"/>
                <a:buFont typeface="Comic Sans MS"/>
                <a:buChar char="•"/>
              </a:pPr>
              <a:r>
                <a:rPr b="0" i="0" lang="en-US" sz="1300" u="none" cap="none" strike="noStrike">
                  <a:solidFill>
                    <a:schemeClr val="dk1"/>
                  </a:solidFill>
                  <a:latin typeface="Comic Sans MS"/>
                  <a:ea typeface="Comic Sans MS"/>
                  <a:cs typeface="Comic Sans MS"/>
                  <a:sym typeface="Comic Sans MS"/>
                </a:rPr>
                <a:t>Defines page handlers for HTTP requests sent to the page and for the data used to render the page.</a:t>
              </a:r>
              <a:endParaRPr b="0" i="0" sz="1300" u="none" cap="none" strike="noStrike">
                <a:solidFill>
                  <a:schemeClr val="dk1"/>
                </a:solidFill>
                <a:latin typeface="Comic Sans MS"/>
                <a:ea typeface="Comic Sans MS"/>
                <a:cs typeface="Comic Sans MS"/>
                <a:sym typeface="Comic Sans MS"/>
              </a:endParaRPr>
            </a:p>
          </p:txBody>
        </p:sp>
        <p:sp>
          <p:nvSpPr>
            <p:cNvPr id="282" name="Google Shape;282;p15"/>
            <p:cNvSpPr/>
            <p:nvPr/>
          </p:nvSpPr>
          <p:spPr>
            <a:xfrm rot="5400000">
              <a:off x="-114813" y="3519269"/>
              <a:ext cx="765418" cy="535793"/>
            </a:xfrm>
            <a:prstGeom prst="chevron">
              <a:avLst>
                <a:gd fmla="val 50000" name="adj"/>
              </a:avLst>
            </a:prstGeom>
            <a:solidFill>
              <a:srgbClr val="8FB5DD"/>
            </a:solidFill>
            <a:ln cap="flat" cmpd="sng" w="12700">
              <a:solidFill>
                <a:srgbClr val="8FB5DD"/>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5"/>
            <p:cNvSpPr txBox="1"/>
            <p:nvPr/>
          </p:nvSpPr>
          <p:spPr>
            <a:xfrm rot="10800000">
              <a:off x="-114813" y="3519269"/>
              <a:ext cx="765418" cy="535793"/>
            </a:xfrm>
            <a:prstGeom prst="rect">
              <a:avLst/>
            </a:prstGeom>
            <a:noFill/>
            <a:ln>
              <a:noFill/>
            </a:ln>
          </p:spPr>
          <p:txBody>
            <a:bodyPr anchorCtr="0" anchor="ctr" bIns="8250" lIns="8250" spcFirstLastPara="1" rIns="8250" wrap="square" tIns="825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284" name="Google Shape;284;p15"/>
            <p:cNvSpPr/>
            <p:nvPr/>
          </p:nvSpPr>
          <p:spPr>
            <a:xfrm rot="5400000">
              <a:off x="2708995" y="1231253"/>
              <a:ext cx="497522" cy="4843927"/>
            </a:xfrm>
            <a:prstGeom prst="round2SameRect">
              <a:avLst>
                <a:gd fmla="val 16667" name="adj1"/>
                <a:gd fmla="val 0" name="adj2"/>
              </a:avLst>
            </a:prstGeom>
            <a:solidFill>
              <a:schemeClr val="lt1">
                <a:alpha val="89804"/>
              </a:schemeClr>
            </a:solidFill>
            <a:ln cap="flat" cmpd="sng" w="12700">
              <a:solidFill>
                <a:srgbClr val="8FB5DD"/>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5"/>
            <p:cNvSpPr txBox="1"/>
            <p:nvPr/>
          </p:nvSpPr>
          <p:spPr>
            <a:xfrm rot="10800000">
              <a:off x="934918" y="3262806"/>
              <a:ext cx="4385700" cy="765300"/>
            </a:xfrm>
            <a:prstGeom prst="rect">
              <a:avLst/>
            </a:prstGeom>
            <a:noFill/>
            <a:ln>
              <a:noFill/>
            </a:ln>
          </p:spPr>
          <p:txBody>
            <a:bodyPr anchorCtr="0" anchor="ctr" bIns="8250" lIns="92450" spcFirstLastPara="1" rIns="8250" wrap="square" tIns="8250">
              <a:noAutofit/>
            </a:bodyPr>
            <a:lstStyle/>
            <a:p>
              <a:pPr indent="-114300" lvl="1" marL="114300" marR="0" rtl="0" algn="l">
                <a:lnSpc>
                  <a:spcPct val="100000"/>
                </a:lnSpc>
                <a:spcBef>
                  <a:spcPts val="0"/>
                </a:spcBef>
                <a:spcAft>
                  <a:spcPts val="0"/>
                </a:spcAft>
                <a:buClr>
                  <a:schemeClr val="dk1"/>
                </a:buClr>
                <a:buSzPts val="1300"/>
                <a:buFont typeface="Comic Sans MS"/>
                <a:buChar char="•"/>
              </a:pPr>
              <a:r>
                <a:rPr b="0" i="0" lang="en-US" sz="1300" u="none" cap="none" strike="noStrike">
                  <a:solidFill>
                    <a:schemeClr val="dk1"/>
                  </a:solidFill>
                  <a:latin typeface="Comic Sans MS"/>
                  <a:ea typeface="Comic Sans MS"/>
                  <a:cs typeface="Comic Sans MS"/>
                  <a:sym typeface="Comic Sans MS"/>
                </a:rPr>
                <a:t>OnGet to initialize state needed for the page</a:t>
              </a:r>
              <a:r>
                <a:rPr b="0" i="0" lang="en-US" sz="1300" u="none" cap="none" strike="noStrike">
                  <a:solidFill>
                    <a:schemeClr val="dk1"/>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286" name="Google Shape;286;p15"/>
            <p:cNvSpPr/>
            <p:nvPr/>
          </p:nvSpPr>
          <p:spPr>
            <a:xfrm rot="5400000">
              <a:off x="-114813" y="4200160"/>
              <a:ext cx="765418" cy="535793"/>
            </a:xfrm>
            <a:prstGeom prst="chevron">
              <a:avLst>
                <a:gd fmla="val 50000" name="adj"/>
              </a:avLst>
            </a:prstGeom>
            <a:solidFill>
              <a:srgbClr val="739BC6"/>
            </a:solidFill>
            <a:ln cap="flat" cmpd="sng" w="12700">
              <a:solidFill>
                <a:srgbClr val="739BC6"/>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15"/>
            <p:cNvSpPr txBox="1"/>
            <p:nvPr/>
          </p:nvSpPr>
          <p:spPr>
            <a:xfrm rot="10800000">
              <a:off x="-114813" y="4200160"/>
              <a:ext cx="765418" cy="535793"/>
            </a:xfrm>
            <a:prstGeom prst="rect">
              <a:avLst/>
            </a:prstGeom>
            <a:noFill/>
            <a:ln>
              <a:noFill/>
            </a:ln>
          </p:spPr>
          <p:txBody>
            <a:bodyPr anchorCtr="0" anchor="ctr" bIns="8250" lIns="8250" spcFirstLastPara="1" rIns="8250" wrap="square" tIns="825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288" name="Google Shape;288;p15"/>
            <p:cNvSpPr/>
            <p:nvPr/>
          </p:nvSpPr>
          <p:spPr>
            <a:xfrm rot="5400000">
              <a:off x="2708995" y="1912144"/>
              <a:ext cx="497522" cy="4843927"/>
            </a:xfrm>
            <a:prstGeom prst="round2SameRect">
              <a:avLst>
                <a:gd fmla="val 16667" name="adj1"/>
                <a:gd fmla="val 0" name="adj2"/>
              </a:avLst>
            </a:prstGeom>
            <a:solidFill>
              <a:schemeClr val="lt1">
                <a:alpha val="89804"/>
              </a:schemeClr>
            </a:solidFill>
            <a:ln cap="flat" cmpd="sng" w="12700">
              <a:solidFill>
                <a:srgbClr val="739BC6"/>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15"/>
            <p:cNvSpPr txBox="1"/>
            <p:nvPr/>
          </p:nvSpPr>
          <p:spPr>
            <a:xfrm rot="10800000">
              <a:off x="2121718" y="4069826"/>
              <a:ext cx="3198900" cy="535800"/>
            </a:xfrm>
            <a:prstGeom prst="rect">
              <a:avLst/>
            </a:prstGeom>
            <a:noFill/>
            <a:ln>
              <a:noFill/>
            </a:ln>
          </p:spPr>
          <p:txBody>
            <a:bodyPr anchorCtr="0" anchor="ctr" bIns="8250" lIns="92450" spcFirstLastPara="1" rIns="8250" wrap="square" tIns="8250">
              <a:noAutofit/>
            </a:bodyPr>
            <a:lstStyle/>
            <a:p>
              <a:pPr indent="-114300" lvl="1" marL="114300" marR="0" rtl="0" algn="l">
                <a:lnSpc>
                  <a:spcPct val="100000"/>
                </a:lnSpc>
                <a:spcBef>
                  <a:spcPts val="0"/>
                </a:spcBef>
                <a:spcAft>
                  <a:spcPts val="0"/>
                </a:spcAft>
                <a:buClr>
                  <a:schemeClr val="dk1"/>
                </a:buClr>
                <a:buSzPts val="1300"/>
                <a:buFont typeface="Comic Sans MS"/>
                <a:buChar char="•"/>
              </a:pPr>
              <a:r>
                <a:rPr b="0" i="0" lang="en-US" sz="1300" u="none" cap="none" strike="noStrike">
                  <a:solidFill>
                    <a:schemeClr val="dk1"/>
                  </a:solidFill>
                  <a:latin typeface="Comic Sans MS"/>
                  <a:ea typeface="Comic Sans MS"/>
                  <a:cs typeface="Comic Sans MS"/>
                  <a:sym typeface="Comic Sans MS"/>
                </a:rPr>
                <a:t>OnPost to handle form submissions</a:t>
              </a:r>
              <a:r>
                <a:rPr b="0" i="0" lang="en-US" sz="1300" u="none" cap="none" strike="noStrike">
                  <a:solidFill>
                    <a:schemeClr val="dk1"/>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grpSp>
      <p:pic>
        <p:nvPicPr>
          <p:cNvPr id="290" name="Google Shape;290;p15"/>
          <p:cNvPicPr preferRelativeResize="0"/>
          <p:nvPr>
            <p:ph idx="1" type="body"/>
          </p:nvPr>
        </p:nvPicPr>
        <p:blipFill rotWithShape="1">
          <a:blip r:embed="rId3">
            <a:alphaModFix/>
          </a:blip>
          <a:srcRect b="0" l="0" r="0" t="0"/>
          <a:stretch/>
        </p:blipFill>
        <p:spPr>
          <a:xfrm>
            <a:off x="7770376" y="1903875"/>
            <a:ext cx="4046700" cy="2788200"/>
          </a:xfrm>
          <a:prstGeom prst="rect">
            <a:avLst/>
          </a:prstGeom>
          <a:noFill/>
          <a:ln>
            <a:noFill/>
          </a:ln>
        </p:spPr>
      </p:pic>
      <p:pic>
        <p:nvPicPr>
          <p:cNvPr descr="Aitrich-Logo-Transparent-BG-2048x671" id="291" name="Google Shape;291;p15"/>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6"/>
          <p:cNvSpPr txBox="1"/>
          <p:nvPr>
            <p:ph type="title"/>
          </p:nvPr>
        </p:nvSpPr>
        <p:spPr>
          <a:xfrm>
            <a:off x="609600" y="289137"/>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HTML Helpers</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297" name="Google Shape;297;p16"/>
          <p:cNvSpPr/>
          <p:nvPr/>
        </p:nvSpPr>
        <p:spPr>
          <a:xfrm>
            <a:off x="609590" y="1445260"/>
            <a:ext cx="5481300" cy="31548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In Razor Pages, HTML Helpers are a set of utility methods that simplify the process of generating HTML markup. They provide a convenient and strongly-typed way to generate HTML elements, form controls, links, and more. HTML Helpers help improve code readability, maintainability, and reduce the likelihood of errors.</a:t>
            </a:r>
            <a:endParaRPr b="0" i="0" sz="1600" u="none" cap="none" strike="noStrike">
              <a:solidFill>
                <a:schemeClr val="lt1"/>
              </a:solidFill>
              <a:latin typeface="Comic Sans MS"/>
              <a:ea typeface="Comic Sans MS"/>
              <a:cs typeface="Comic Sans MS"/>
              <a:sym typeface="Comic Sans MS"/>
            </a:endParaRPr>
          </a:p>
        </p:txBody>
      </p:sp>
      <p:grpSp>
        <p:nvGrpSpPr>
          <p:cNvPr id="298" name="Google Shape;298;p16"/>
          <p:cNvGrpSpPr/>
          <p:nvPr/>
        </p:nvGrpSpPr>
        <p:grpSpPr>
          <a:xfrm flipH="1" rot="10800000">
            <a:off x="6572250" y="0"/>
            <a:ext cx="5928360" cy="6634480"/>
            <a:chOff x="6095999" y="52996"/>
            <a:chExt cx="6093363" cy="6805005"/>
          </a:xfrm>
        </p:grpSpPr>
        <p:sp>
          <p:nvSpPr>
            <p:cNvPr id="299" name="Google Shape;299;p16"/>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00" name="Google Shape;300;p16"/>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01" name="Google Shape;301;p16"/>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302" name="Google Shape;302;p16"/>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303" name="Google Shape;303;p16"/>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7" name="Shape 307"/>
        <p:cNvGrpSpPr/>
        <p:nvPr/>
      </p:nvGrpSpPr>
      <p:grpSpPr>
        <a:xfrm>
          <a:off x="0" y="0"/>
          <a:ext cx="0" cy="0"/>
          <a:chOff x="0" y="0"/>
          <a:chExt cx="0" cy="0"/>
        </a:xfrm>
      </p:grpSpPr>
      <p:sp>
        <p:nvSpPr>
          <p:cNvPr id="308" name="Google Shape;308;p17"/>
          <p:cNvSpPr/>
          <p:nvPr/>
        </p:nvSpPr>
        <p:spPr>
          <a:xfrm>
            <a:off x="1621155" y="4389531"/>
            <a:ext cx="6373500" cy="112770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@Html.TextBoxFor(m =&gt; m.Name)</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@Html.PasswordFor(m =&gt; m.Password)</a:t>
            </a:r>
            <a:endParaRPr b="0" i="0" sz="1200" u="none" cap="none" strike="noStrike">
              <a:solidFill>
                <a:srgbClr val="002060"/>
              </a:solidFill>
              <a:latin typeface="Arial"/>
              <a:ea typeface="Arial"/>
              <a:cs typeface="Arial"/>
              <a:sym typeface="Arial"/>
            </a:endParaRPr>
          </a:p>
        </p:txBody>
      </p:sp>
      <p:sp>
        <p:nvSpPr>
          <p:cNvPr id="309" name="Google Shape;309;p17"/>
          <p:cNvSpPr txBox="1"/>
          <p:nvPr>
            <p:ph type="title"/>
          </p:nvPr>
        </p:nvSpPr>
        <p:spPr>
          <a:xfrm>
            <a:off x="609600" y="274955"/>
            <a:ext cx="10972800" cy="98869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3000"/>
              <a:buFont typeface="Bell MT"/>
              <a:buNone/>
            </a:pPr>
            <a:r>
              <a:rPr b="1" lang="en-US" sz="3000">
                <a:solidFill>
                  <a:srgbClr val="012D86"/>
                </a:solidFill>
                <a:latin typeface="Bell MT"/>
                <a:ea typeface="Bell MT"/>
                <a:cs typeface="Bell MT"/>
                <a:sym typeface="Bell MT"/>
              </a:rPr>
              <a:t>Here are some commonly used HTML Helpers in Razor Pages:</a:t>
            </a:r>
            <a:endParaRPr b="1" sz="3000">
              <a:solidFill>
                <a:srgbClr val="012D86"/>
              </a:solidFill>
              <a:latin typeface="Bell MT"/>
              <a:ea typeface="Bell MT"/>
              <a:cs typeface="Bell MT"/>
              <a:sym typeface="Bell MT"/>
            </a:endParaRPr>
          </a:p>
        </p:txBody>
      </p:sp>
      <p:sp>
        <p:nvSpPr>
          <p:cNvPr id="310" name="Google Shape;310;p17"/>
          <p:cNvSpPr/>
          <p:nvPr/>
        </p:nvSpPr>
        <p:spPr>
          <a:xfrm>
            <a:off x="609600" y="2168525"/>
            <a:ext cx="6373495" cy="19050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Html.TextBoxFor and Html.PasswordFor: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These helpers generate &lt;input&gt; elements for text input and password input, respectively. They automatically bind to the model property specified</a:t>
            </a:r>
            <a:endParaRPr b="0" i="0" sz="1600" u="none" cap="none" strike="noStrike">
              <a:solidFill>
                <a:schemeClr val="lt1"/>
              </a:solidFill>
              <a:latin typeface="Comic Sans MS"/>
              <a:ea typeface="Comic Sans MS"/>
              <a:cs typeface="Comic Sans MS"/>
              <a:sym typeface="Comic Sans MS"/>
            </a:endParaRPr>
          </a:p>
        </p:txBody>
      </p:sp>
      <p:grpSp>
        <p:nvGrpSpPr>
          <p:cNvPr id="311" name="Google Shape;311;p17"/>
          <p:cNvGrpSpPr/>
          <p:nvPr/>
        </p:nvGrpSpPr>
        <p:grpSpPr>
          <a:xfrm flipH="1" rot="10800000">
            <a:off x="6593205" y="0"/>
            <a:ext cx="5928360" cy="6634480"/>
            <a:chOff x="6095999" y="52996"/>
            <a:chExt cx="6093363" cy="6805005"/>
          </a:xfrm>
        </p:grpSpPr>
        <p:sp>
          <p:nvSpPr>
            <p:cNvPr id="312" name="Google Shape;312;p17"/>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13" name="Google Shape;313;p17"/>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14" name="Google Shape;314;p17"/>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315" name="Google Shape;315;p17"/>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316" name="Google Shape;316;p17"/>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317" name="Google Shape;317;p17"/>
          <p:cNvSpPr/>
          <p:nvPr/>
        </p:nvSpPr>
        <p:spPr>
          <a:xfrm>
            <a:off x="609600" y="1062990"/>
            <a:ext cx="10972800" cy="98869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12D86"/>
              </a:buClr>
              <a:buSzPts val="2800"/>
              <a:buFont typeface="Bell MT"/>
              <a:buNone/>
            </a:pPr>
            <a:r>
              <a:rPr b="1" i="0" lang="en-US" sz="2800" u="none" cap="none" strike="noStrike">
                <a:solidFill>
                  <a:srgbClr val="012D86"/>
                </a:solidFill>
                <a:latin typeface="Bell MT"/>
                <a:ea typeface="Bell MT"/>
                <a:cs typeface="Bell MT"/>
                <a:sym typeface="Bell MT"/>
              </a:rPr>
              <a:t>1 . Form Controls</a:t>
            </a:r>
            <a:endParaRPr b="1" i="0" sz="2800" u="none" cap="none" strike="noStrike">
              <a:solidFill>
                <a:srgbClr val="012D86"/>
              </a:solidFill>
              <a:latin typeface="Bell MT"/>
              <a:ea typeface="Bell MT"/>
              <a:cs typeface="Bell MT"/>
              <a:sym typeface="Bell MT"/>
            </a:endParaRPr>
          </a:p>
        </p:txBody>
      </p:sp>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500"/>
                                        <p:tgtEl>
                                          <p:spTgt spid="3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000"/>
                                        <p:tgtEl>
                                          <p:spTgt spid="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500"/>
                                        <p:tgtEl>
                                          <p:spTgt spid="3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1" name="Shape 321"/>
        <p:cNvGrpSpPr/>
        <p:nvPr/>
      </p:nvGrpSpPr>
      <p:grpSpPr>
        <a:xfrm>
          <a:off x="0" y="0"/>
          <a:ext cx="0" cy="0"/>
          <a:chOff x="0" y="0"/>
          <a:chExt cx="0" cy="0"/>
        </a:xfrm>
      </p:grpSpPr>
      <p:sp>
        <p:nvSpPr>
          <p:cNvPr id="322" name="Google Shape;322;p18"/>
          <p:cNvSpPr/>
          <p:nvPr/>
        </p:nvSpPr>
        <p:spPr>
          <a:xfrm>
            <a:off x="3275330" y="5698490"/>
            <a:ext cx="6456680" cy="75692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@Html.DropDownListFor(m =&gt; m.CategoryId, Model.Categories, "Select a category")</a:t>
            </a:r>
            <a:endParaRPr b="0" i="0" sz="1200" u="none" cap="none" strike="noStrike">
              <a:solidFill>
                <a:srgbClr val="002060"/>
              </a:solidFill>
              <a:latin typeface="Arial"/>
              <a:ea typeface="Arial"/>
              <a:cs typeface="Arial"/>
              <a:sym typeface="Arial"/>
            </a:endParaRPr>
          </a:p>
        </p:txBody>
      </p:sp>
      <p:sp>
        <p:nvSpPr>
          <p:cNvPr id="323" name="Google Shape;323;p18"/>
          <p:cNvSpPr/>
          <p:nvPr/>
        </p:nvSpPr>
        <p:spPr>
          <a:xfrm>
            <a:off x="3275330" y="2680970"/>
            <a:ext cx="4412615" cy="75692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@Html.CheckBoxFor(m =&gt; m.IsSubscribed)</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@Html.RadioButtonFor(m =&gt; m.Gender, "Male")</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@Html.RadioButtonFor(m =&gt; m.Gender, "Female")</a:t>
            </a:r>
            <a:endParaRPr b="0" i="0" sz="1200" u="none" cap="none" strike="noStrike">
              <a:solidFill>
                <a:srgbClr val="002060"/>
              </a:solidFill>
              <a:latin typeface="Arial"/>
              <a:ea typeface="Arial"/>
              <a:cs typeface="Arial"/>
              <a:sym typeface="Arial"/>
            </a:endParaRPr>
          </a:p>
        </p:txBody>
      </p:sp>
      <p:sp>
        <p:nvSpPr>
          <p:cNvPr id="324" name="Google Shape;324;p18"/>
          <p:cNvSpPr/>
          <p:nvPr/>
        </p:nvSpPr>
        <p:spPr>
          <a:xfrm>
            <a:off x="640715" y="523875"/>
            <a:ext cx="6373495" cy="19050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Html.CheckBoxFor and Html.RadioButtonFor:</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 These helpers generate checkboxes and radio buttons that bind to a Boolean model property or an enumeration property, respectively.</a:t>
            </a:r>
            <a:endParaRPr b="0" i="0" sz="1600" u="none" cap="none" strike="noStrike">
              <a:solidFill>
                <a:schemeClr val="lt1"/>
              </a:solidFill>
              <a:latin typeface="Comic Sans MS"/>
              <a:ea typeface="Comic Sans MS"/>
              <a:cs typeface="Comic Sans MS"/>
              <a:sym typeface="Comic Sans MS"/>
            </a:endParaRPr>
          </a:p>
        </p:txBody>
      </p:sp>
      <p:grpSp>
        <p:nvGrpSpPr>
          <p:cNvPr id="325" name="Google Shape;325;p18"/>
          <p:cNvGrpSpPr/>
          <p:nvPr/>
        </p:nvGrpSpPr>
        <p:grpSpPr>
          <a:xfrm flipH="1" rot="10800000">
            <a:off x="6593205" y="0"/>
            <a:ext cx="5928360" cy="6634480"/>
            <a:chOff x="6095999" y="52996"/>
            <a:chExt cx="6093363" cy="6805005"/>
          </a:xfrm>
        </p:grpSpPr>
        <p:sp>
          <p:nvSpPr>
            <p:cNvPr id="326" name="Google Shape;326;p18"/>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27" name="Google Shape;327;p18"/>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28" name="Google Shape;328;p18"/>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329" name="Google Shape;329;p18"/>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330" name="Google Shape;330;p18"/>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331" name="Google Shape;331;p18"/>
          <p:cNvSpPr/>
          <p:nvPr/>
        </p:nvSpPr>
        <p:spPr>
          <a:xfrm>
            <a:off x="640715" y="3689985"/>
            <a:ext cx="6373495" cy="19050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Html.CheckBoxFor and Html.RadioButtonFor:</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 These helpers generate checkboxes and radio buttons that bind to a Boolean model property or an enumeration property, respectively.</a:t>
            </a:r>
            <a:endParaRPr b="0" i="0" sz="1600" u="none" cap="none" strike="noStrike">
              <a:solidFill>
                <a:schemeClr val="lt1"/>
              </a:solidFill>
              <a:latin typeface="Comic Sans MS"/>
              <a:ea typeface="Comic Sans MS"/>
              <a:cs typeface="Comic Sans MS"/>
              <a:sym typeface="Comic Sans MS"/>
            </a:endParaRPr>
          </a:p>
        </p:txBody>
      </p:sp>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1000"/>
                                        <p:tgtEl>
                                          <p:spTgt spid="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1000"/>
                                        <p:tgtEl>
                                          <p:spTgt spid="3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sp>
        <p:nvSpPr>
          <p:cNvPr id="336" name="Google Shape;336;p19"/>
          <p:cNvSpPr/>
          <p:nvPr/>
        </p:nvSpPr>
        <p:spPr>
          <a:xfrm>
            <a:off x="2449195" y="2865120"/>
            <a:ext cx="5238750" cy="601345"/>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@Html.ActionLink("Home", "Index", "Home")</a:t>
            </a:r>
            <a:endParaRPr b="0" i="0" sz="1200" u="none" cap="none" strike="noStrike">
              <a:solidFill>
                <a:srgbClr val="002060"/>
              </a:solidFill>
              <a:latin typeface="Arial"/>
              <a:ea typeface="Arial"/>
              <a:cs typeface="Arial"/>
              <a:sym typeface="Arial"/>
            </a:endParaRPr>
          </a:p>
        </p:txBody>
      </p:sp>
      <p:sp>
        <p:nvSpPr>
          <p:cNvPr id="337" name="Google Shape;337;p19"/>
          <p:cNvSpPr/>
          <p:nvPr/>
        </p:nvSpPr>
        <p:spPr>
          <a:xfrm>
            <a:off x="609600" y="1322070"/>
            <a:ext cx="6373500" cy="13569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Html.ActionLink: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This helper generates an &lt;a&gt; tag for a link to an action method within the same controller or a different controller.</a:t>
            </a:r>
            <a:endParaRPr b="0" i="0" sz="1600" u="none" cap="none" strike="noStrike">
              <a:solidFill>
                <a:schemeClr val="lt1"/>
              </a:solidFill>
              <a:latin typeface="Comic Sans MS"/>
              <a:ea typeface="Comic Sans MS"/>
              <a:cs typeface="Comic Sans MS"/>
              <a:sym typeface="Comic Sans MS"/>
            </a:endParaRPr>
          </a:p>
        </p:txBody>
      </p:sp>
      <p:grpSp>
        <p:nvGrpSpPr>
          <p:cNvPr id="338" name="Google Shape;338;p19"/>
          <p:cNvGrpSpPr/>
          <p:nvPr/>
        </p:nvGrpSpPr>
        <p:grpSpPr>
          <a:xfrm flipH="1" rot="10800000">
            <a:off x="6593205" y="0"/>
            <a:ext cx="5928360" cy="6634480"/>
            <a:chOff x="6095999" y="52996"/>
            <a:chExt cx="6093363" cy="6805005"/>
          </a:xfrm>
        </p:grpSpPr>
        <p:sp>
          <p:nvSpPr>
            <p:cNvPr id="339" name="Google Shape;339;p19"/>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40" name="Google Shape;340;p19"/>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41" name="Google Shape;341;p19"/>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342" name="Google Shape;342;p19"/>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343" name="Google Shape;343;p19"/>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344" name="Google Shape;344;p19"/>
          <p:cNvSpPr/>
          <p:nvPr/>
        </p:nvSpPr>
        <p:spPr>
          <a:xfrm>
            <a:off x="609600" y="177165"/>
            <a:ext cx="10972800" cy="98869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12D86"/>
              </a:buClr>
              <a:buSzPts val="2800"/>
              <a:buFont typeface="Bell MT"/>
              <a:buNone/>
            </a:pPr>
            <a:r>
              <a:rPr b="1" i="0" lang="en-US" sz="2800" u="none" cap="none" strike="noStrike">
                <a:solidFill>
                  <a:srgbClr val="012D86"/>
                </a:solidFill>
                <a:latin typeface="Bell MT"/>
                <a:ea typeface="Bell MT"/>
                <a:cs typeface="Bell MT"/>
                <a:sym typeface="Bell MT"/>
              </a:rPr>
              <a:t>2 . Links and URLs:</a:t>
            </a:r>
            <a:endParaRPr b="1" i="0" sz="2800" u="none" cap="none" strike="noStrike">
              <a:solidFill>
                <a:srgbClr val="012D86"/>
              </a:solidFill>
              <a:latin typeface="Bell MT"/>
              <a:ea typeface="Bell MT"/>
              <a:cs typeface="Bell MT"/>
              <a:sym typeface="Bell MT"/>
            </a:endParaRPr>
          </a:p>
        </p:txBody>
      </p:sp>
      <p:sp>
        <p:nvSpPr>
          <p:cNvPr id="345" name="Google Shape;345;p19"/>
          <p:cNvSpPr/>
          <p:nvPr/>
        </p:nvSpPr>
        <p:spPr>
          <a:xfrm>
            <a:off x="2449195" y="5266690"/>
            <a:ext cx="5238750" cy="601345"/>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@Html.RouteLink("About Us", "AboutRoute")</a:t>
            </a:r>
            <a:endParaRPr b="0" i="0" sz="1200" u="none" cap="none" strike="noStrike">
              <a:solidFill>
                <a:srgbClr val="002060"/>
              </a:solidFill>
              <a:latin typeface="Arial"/>
              <a:ea typeface="Arial"/>
              <a:cs typeface="Arial"/>
              <a:sym typeface="Arial"/>
            </a:endParaRPr>
          </a:p>
        </p:txBody>
      </p:sp>
      <p:sp>
        <p:nvSpPr>
          <p:cNvPr id="346" name="Google Shape;346;p19"/>
          <p:cNvSpPr/>
          <p:nvPr/>
        </p:nvSpPr>
        <p:spPr>
          <a:xfrm>
            <a:off x="609600" y="3723640"/>
            <a:ext cx="6373495" cy="128587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Html.RouteLink: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This helper generates a link based on a named route and its parameters</a:t>
            </a:r>
            <a:endParaRPr b="0" i="0" sz="1600" u="none" cap="none" strike="noStrike">
              <a:solidFill>
                <a:schemeClr val="lt1"/>
              </a:solidFill>
              <a:latin typeface="Comic Sans MS"/>
              <a:ea typeface="Comic Sans MS"/>
              <a:cs typeface="Comic Sans MS"/>
              <a:sym typeface="Comic Sans MS"/>
            </a:endParaRPr>
          </a:p>
        </p:txBody>
      </p:sp>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500"/>
                                        <p:tgtEl>
                                          <p:spTgt spid="3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1000"/>
                                        <p:tgtEl>
                                          <p:spTgt spid="3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1000"/>
                                        <p:tgtEl>
                                          <p:spTgt spid="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500"/>
                                        <p:tgtEl>
                                          <p:spTgt spid="3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0" name="Shape 350"/>
        <p:cNvGrpSpPr/>
        <p:nvPr/>
      </p:nvGrpSpPr>
      <p:grpSpPr>
        <a:xfrm>
          <a:off x="0" y="0"/>
          <a:ext cx="0" cy="0"/>
          <a:chOff x="0" y="0"/>
          <a:chExt cx="0" cy="0"/>
        </a:xfrm>
      </p:grpSpPr>
      <p:sp>
        <p:nvSpPr>
          <p:cNvPr id="351" name="Google Shape;351;p20"/>
          <p:cNvSpPr/>
          <p:nvPr/>
        </p:nvSpPr>
        <p:spPr>
          <a:xfrm>
            <a:off x="2449195" y="3016885"/>
            <a:ext cx="5238750" cy="601345"/>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@Html.Partial("_PartialViewName")</a:t>
            </a:r>
            <a:endParaRPr b="0" i="0" sz="1200" u="none" cap="none" strike="noStrike">
              <a:solidFill>
                <a:srgbClr val="002060"/>
              </a:solidFill>
              <a:latin typeface="Arial"/>
              <a:ea typeface="Arial"/>
              <a:cs typeface="Arial"/>
              <a:sym typeface="Arial"/>
            </a:endParaRPr>
          </a:p>
        </p:txBody>
      </p:sp>
      <p:sp>
        <p:nvSpPr>
          <p:cNvPr id="352" name="Google Shape;352;p20"/>
          <p:cNvSpPr/>
          <p:nvPr/>
        </p:nvSpPr>
        <p:spPr>
          <a:xfrm>
            <a:off x="609600" y="1322070"/>
            <a:ext cx="6373495" cy="14605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Html.Partial: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This helper renders a partial view within the current view. It can be used to reuse sections of markup.</a:t>
            </a:r>
            <a:endParaRPr b="0" i="0" sz="1600" u="none" cap="none" strike="noStrike">
              <a:solidFill>
                <a:schemeClr val="lt1"/>
              </a:solidFill>
              <a:latin typeface="Comic Sans MS"/>
              <a:ea typeface="Comic Sans MS"/>
              <a:cs typeface="Comic Sans MS"/>
              <a:sym typeface="Comic Sans MS"/>
            </a:endParaRPr>
          </a:p>
        </p:txBody>
      </p:sp>
      <p:grpSp>
        <p:nvGrpSpPr>
          <p:cNvPr id="353" name="Google Shape;353;p20"/>
          <p:cNvGrpSpPr/>
          <p:nvPr/>
        </p:nvGrpSpPr>
        <p:grpSpPr>
          <a:xfrm flipH="1" rot="10800000">
            <a:off x="6593205" y="0"/>
            <a:ext cx="5928360" cy="6634480"/>
            <a:chOff x="6095999" y="52996"/>
            <a:chExt cx="6093363" cy="6805005"/>
          </a:xfrm>
        </p:grpSpPr>
        <p:sp>
          <p:nvSpPr>
            <p:cNvPr id="354" name="Google Shape;354;p20"/>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55" name="Google Shape;355;p20"/>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56" name="Google Shape;356;p20"/>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357" name="Google Shape;357;p20"/>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358" name="Google Shape;358;p20"/>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359" name="Google Shape;359;p20"/>
          <p:cNvSpPr/>
          <p:nvPr/>
        </p:nvSpPr>
        <p:spPr>
          <a:xfrm>
            <a:off x="609600" y="177165"/>
            <a:ext cx="10972800" cy="98869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12D86"/>
              </a:buClr>
              <a:buSzPts val="2800"/>
              <a:buFont typeface="Bell MT"/>
              <a:buNone/>
            </a:pPr>
            <a:r>
              <a:rPr b="1" i="0" lang="en-US" sz="2800" u="none" cap="none" strike="noStrike">
                <a:solidFill>
                  <a:srgbClr val="012D86"/>
                </a:solidFill>
                <a:latin typeface="Bell MT"/>
                <a:ea typeface="Bell MT"/>
                <a:cs typeface="Bell MT"/>
                <a:sym typeface="Bell MT"/>
              </a:rPr>
              <a:t>3 . Partial Views</a:t>
            </a:r>
            <a:endParaRPr b="1" i="0" sz="2800" u="none" cap="none" strike="noStrike">
              <a:solidFill>
                <a:srgbClr val="012D86"/>
              </a:solidFill>
              <a:latin typeface="Bell MT"/>
              <a:ea typeface="Bell MT"/>
              <a:cs typeface="Bell MT"/>
              <a:sym typeface="Bell MT"/>
            </a:endParaRPr>
          </a:p>
        </p:txBody>
      </p:sp>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500"/>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3" name="Shape 363"/>
        <p:cNvGrpSpPr/>
        <p:nvPr/>
      </p:nvGrpSpPr>
      <p:grpSpPr>
        <a:xfrm>
          <a:off x="0" y="0"/>
          <a:ext cx="0" cy="0"/>
          <a:chOff x="0" y="0"/>
          <a:chExt cx="0" cy="0"/>
        </a:xfrm>
      </p:grpSpPr>
      <p:sp>
        <p:nvSpPr>
          <p:cNvPr id="364" name="Google Shape;364;p21"/>
          <p:cNvSpPr/>
          <p:nvPr/>
        </p:nvSpPr>
        <p:spPr>
          <a:xfrm>
            <a:off x="2449195" y="2865120"/>
            <a:ext cx="5238750" cy="601345"/>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@Html.DisplayFor(m =&gt; m.Name)</a:t>
            </a:r>
            <a:endParaRPr b="0" i="0" sz="1200" u="none" cap="none" strike="noStrike">
              <a:solidFill>
                <a:srgbClr val="002060"/>
              </a:solidFill>
              <a:latin typeface="Arial"/>
              <a:ea typeface="Arial"/>
              <a:cs typeface="Arial"/>
              <a:sym typeface="Arial"/>
            </a:endParaRPr>
          </a:p>
        </p:txBody>
      </p:sp>
      <p:sp>
        <p:nvSpPr>
          <p:cNvPr id="365" name="Google Shape;365;p21"/>
          <p:cNvSpPr/>
          <p:nvPr/>
        </p:nvSpPr>
        <p:spPr>
          <a:xfrm>
            <a:off x="609600" y="1322070"/>
            <a:ext cx="6373495" cy="147002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Html.DisplayFor: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This helper generates HTML markup to display the value of a model property, applying any specified display templates or formatting.</a:t>
            </a:r>
            <a:endParaRPr b="0" i="0" sz="1600" u="none" cap="none" strike="noStrike">
              <a:solidFill>
                <a:schemeClr val="lt1"/>
              </a:solidFill>
              <a:latin typeface="Comic Sans MS"/>
              <a:ea typeface="Comic Sans MS"/>
              <a:cs typeface="Comic Sans MS"/>
              <a:sym typeface="Comic Sans MS"/>
            </a:endParaRPr>
          </a:p>
        </p:txBody>
      </p:sp>
      <p:grpSp>
        <p:nvGrpSpPr>
          <p:cNvPr id="366" name="Google Shape;366;p21"/>
          <p:cNvGrpSpPr/>
          <p:nvPr/>
        </p:nvGrpSpPr>
        <p:grpSpPr>
          <a:xfrm flipH="1" rot="10800000">
            <a:off x="6582410" y="0"/>
            <a:ext cx="5928360" cy="6634480"/>
            <a:chOff x="6095999" y="52996"/>
            <a:chExt cx="6093363" cy="6805005"/>
          </a:xfrm>
        </p:grpSpPr>
        <p:sp>
          <p:nvSpPr>
            <p:cNvPr id="367" name="Google Shape;367;p21"/>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8" name="Google Shape;368;p21"/>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9" name="Google Shape;369;p21"/>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370" name="Google Shape;370;p21"/>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371" name="Google Shape;371;p21"/>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372" name="Google Shape;372;p21"/>
          <p:cNvSpPr/>
          <p:nvPr/>
        </p:nvSpPr>
        <p:spPr>
          <a:xfrm>
            <a:off x="609600" y="177165"/>
            <a:ext cx="10972800" cy="98869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12D86"/>
              </a:buClr>
              <a:buSzPts val="2800"/>
              <a:buFont typeface="Bell MT"/>
              <a:buNone/>
            </a:pPr>
            <a:r>
              <a:rPr b="1" i="0" lang="en-US" sz="2800" u="none" cap="none" strike="noStrike">
                <a:solidFill>
                  <a:srgbClr val="012D86"/>
                </a:solidFill>
                <a:latin typeface="Bell MT"/>
                <a:ea typeface="Bell MT"/>
                <a:cs typeface="Bell MT"/>
                <a:sym typeface="Bell MT"/>
              </a:rPr>
              <a:t>4 . Displaying Data</a:t>
            </a:r>
            <a:endParaRPr b="1" i="0" sz="2800" u="none" cap="none" strike="noStrike">
              <a:solidFill>
                <a:srgbClr val="012D86"/>
              </a:solidFill>
              <a:latin typeface="Bell MT"/>
              <a:ea typeface="Bell MT"/>
              <a:cs typeface="Bell MT"/>
              <a:sym typeface="Bell MT"/>
            </a:endParaRPr>
          </a:p>
        </p:txBody>
      </p:sp>
      <p:sp>
        <p:nvSpPr>
          <p:cNvPr id="373" name="Google Shape;373;p21"/>
          <p:cNvSpPr/>
          <p:nvPr/>
        </p:nvSpPr>
        <p:spPr>
          <a:xfrm>
            <a:off x="2449195" y="5266690"/>
            <a:ext cx="5238750" cy="601345"/>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@Html.EditorFor(m =&gt; m.DateOfBirth)</a:t>
            </a:r>
            <a:endParaRPr b="0" i="0" sz="1200" u="none" cap="none" strike="noStrike">
              <a:solidFill>
                <a:srgbClr val="002060"/>
              </a:solidFill>
              <a:latin typeface="Arial"/>
              <a:ea typeface="Arial"/>
              <a:cs typeface="Arial"/>
              <a:sym typeface="Arial"/>
            </a:endParaRPr>
          </a:p>
        </p:txBody>
      </p:sp>
      <p:sp>
        <p:nvSpPr>
          <p:cNvPr id="374" name="Google Shape;374;p21"/>
          <p:cNvSpPr/>
          <p:nvPr/>
        </p:nvSpPr>
        <p:spPr>
          <a:xfrm>
            <a:off x="609600" y="3723640"/>
            <a:ext cx="6373495" cy="130175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Html.EditorFor: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This helper generates an appropriate editor control for a model property, using any specified editor templates.</a:t>
            </a:r>
            <a:endParaRPr b="0" i="0" sz="1600" u="none" cap="none" strike="noStrike">
              <a:solidFill>
                <a:schemeClr val="lt1"/>
              </a:solidFill>
              <a:latin typeface="Comic Sans MS"/>
              <a:ea typeface="Comic Sans MS"/>
              <a:cs typeface="Comic Sans MS"/>
              <a:sym typeface="Comic Sans MS"/>
            </a:endParaRPr>
          </a:p>
        </p:txBody>
      </p:sp>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500"/>
                                        <p:tgtEl>
                                          <p:spTgt spid="3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1000"/>
                                        <p:tgtEl>
                                          <p:spTgt spid="3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1000"/>
                                        <p:tgtEl>
                                          <p:spTgt spid="3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500"/>
                                        <p:tgtEl>
                                          <p:spTgt spid="3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8" name="Shape 378"/>
        <p:cNvGrpSpPr/>
        <p:nvPr/>
      </p:nvGrpSpPr>
      <p:grpSpPr>
        <a:xfrm>
          <a:off x="0" y="0"/>
          <a:ext cx="0" cy="0"/>
          <a:chOff x="0" y="0"/>
          <a:chExt cx="0" cy="0"/>
        </a:xfrm>
      </p:grpSpPr>
      <p:sp>
        <p:nvSpPr>
          <p:cNvPr id="379" name="Google Shape;379;p2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Razor Page Events</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380" name="Google Shape;380;p22"/>
          <p:cNvSpPr/>
          <p:nvPr/>
        </p:nvSpPr>
        <p:spPr>
          <a:xfrm>
            <a:off x="609600" y="1165860"/>
            <a:ext cx="6373495" cy="229743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In Razor Pages, events are a way to handle user interactions or specific actions that occur during the lifecycle of a page. Events allow you to respond to user input or perform certain operations in response to various triggers. Here are some commonly used events in Razor Pages:</a:t>
            </a:r>
            <a:endParaRPr b="0" i="0" sz="1600" u="none" cap="none" strike="noStrike">
              <a:solidFill>
                <a:schemeClr val="lt1"/>
              </a:solidFill>
              <a:latin typeface="Comic Sans MS"/>
              <a:ea typeface="Comic Sans MS"/>
              <a:cs typeface="Comic Sans MS"/>
              <a:sym typeface="Comic Sans MS"/>
            </a:endParaRPr>
          </a:p>
        </p:txBody>
      </p:sp>
      <p:grpSp>
        <p:nvGrpSpPr>
          <p:cNvPr id="381" name="Google Shape;381;p22"/>
          <p:cNvGrpSpPr/>
          <p:nvPr/>
        </p:nvGrpSpPr>
        <p:grpSpPr>
          <a:xfrm flipH="1" rot="10800000">
            <a:off x="6593205" y="0"/>
            <a:ext cx="5928360" cy="6634480"/>
            <a:chOff x="6095999" y="52996"/>
            <a:chExt cx="6093363" cy="6805005"/>
          </a:xfrm>
        </p:grpSpPr>
        <p:sp>
          <p:nvSpPr>
            <p:cNvPr id="382" name="Google Shape;382;p22"/>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83" name="Google Shape;383;p22"/>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84" name="Google Shape;384;p22"/>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385" name="Google Shape;385;p22"/>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386" name="Google Shape;386;p22"/>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387" name="Google Shape;387;p22"/>
          <p:cNvSpPr/>
          <p:nvPr/>
        </p:nvSpPr>
        <p:spPr>
          <a:xfrm>
            <a:off x="609600" y="3589020"/>
            <a:ext cx="6373495" cy="142049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342900" lvl="0" marL="342900" marR="0" rtl="0" algn="l">
              <a:lnSpc>
                <a:spcPct val="140000"/>
              </a:lnSpc>
              <a:spcBef>
                <a:spcPts val="0"/>
              </a:spcBef>
              <a:spcAft>
                <a:spcPts val="0"/>
              </a:spcAft>
              <a:buClr>
                <a:schemeClr val="lt1"/>
              </a:buClr>
              <a:buSzPts val="1600"/>
              <a:buFont typeface="Arial"/>
              <a:buAutoNum type="arabicPeriod"/>
            </a:pPr>
            <a:r>
              <a:rPr b="0" i="0" lang="en-US" sz="1600" u="none" cap="none" strike="noStrike">
                <a:solidFill>
                  <a:schemeClr val="lt1"/>
                </a:solidFill>
                <a:latin typeface="Comic Sans MS"/>
                <a:ea typeface="Comic Sans MS"/>
                <a:cs typeface="Comic Sans MS"/>
                <a:sym typeface="Comic Sans MS"/>
              </a:rPr>
              <a:t>Page Events</a:t>
            </a:r>
            <a:endParaRPr b="0" i="0" sz="1600" u="none" cap="none" strike="noStrike">
              <a:solidFill>
                <a:schemeClr val="lt1"/>
              </a:solidFill>
              <a:latin typeface="Comic Sans MS"/>
              <a:ea typeface="Comic Sans MS"/>
              <a:cs typeface="Comic Sans MS"/>
              <a:sym typeface="Comic Sans MS"/>
            </a:endParaRPr>
          </a:p>
          <a:p>
            <a:pPr indent="-342900" lvl="0" marL="342900" marR="0" rtl="0" algn="l">
              <a:lnSpc>
                <a:spcPct val="140000"/>
              </a:lnSpc>
              <a:spcBef>
                <a:spcPts val="0"/>
              </a:spcBef>
              <a:spcAft>
                <a:spcPts val="0"/>
              </a:spcAft>
              <a:buClr>
                <a:schemeClr val="lt1"/>
              </a:buClr>
              <a:buSzPts val="1600"/>
              <a:buFont typeface="Arial"/>
              <a:buAutoNum type="arabicPeriod"/>
            </a:pPr>
            <a:r>
              <a:rPr b="0" i="0" lang="en-US" sz="1600" u="none" cap="none" strike="noStrike">
                <a:solidFill>
                  <a:schemeClr val="lt1"/>
                </a:solidFill>
                <a:latin typeface="Comic Sans MS"/>
                <a:ea typeface="Comic Sans MS"/>
                <a:cs typeface="Comic Sans MS"/>
                <a:sym typeface="Comic Sans MS"/>
              </a:rPr>
              <a:t>Handler Events</a:t>
            </a:r>
            <a:endParaRPr b="0" i="0" sz="1600" u="none" cap="none" strike="noStrike">
              <a:solidFill>
                <a:schemeClr val="lt1"/>
              </a:solidFill>
              <a:latin typeface="Comic Sans MS"/>
              <a:ea typeface="Comic Sans MS"/>
              <a:cs typeface="Comic Sans MS"/>
              <a:sym typeface="Comic Sans MS"/>
            </a:endParaRPr>
          </a:p>
        </p:txBody>
      </p:sp>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500"/>
                                        <p:tgtEl>
                                          <p:spTgt spid="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1000"/>
                                        <p:tgtEl>
                                          <p:spTgt spid="3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1000"/>
                                        <p:tgtEl>
                                          <p:spTgt spid="3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Page Events</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393" name="Google Shape;393;p23"/>
          <p:cNvSpPr/>
          <p:nvPr/>
        </p:nvSpPr>
        <p:spPr>
          <a:xfrm>
            <a:off x="609600" y="1165860"/>
            <a:ext cx="6373495" cy="229743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OnGet and OnPost: These events are triggered when an HTTP GET or POST request is made to the page. You can override these methods in your Razor Page's code-behind file (PageModel) to handle the corresponding HTTP verb.</a:t>
            </a:r>
            <a:endParaRPr b="0" i="0" sz="1600" u="none" cap="none" strike="noStrike">
              <a:solidFill>
                <a:schemeClr val="lt1"/>
              </a:solidFill>
              <a:latin typeface="Comic Sans MS"/>
              <a:ea typeface="Comic Sans MS"/>
              <a:cs typeface="Comic Sans MS"/>
              <a:sym typeface="Comic Sans MS"/>
            </a:endParaRPr>
          </a:p>
        </p:txBody>
      </p:sp>
      <p:grpSp>
        <p:nvGrpSpPr>
          <p:cNvPr id="394" name="Google Shape;394;p23"/>
          <p:cNvGrpSpPr/>
          <p:nvPr/>
        </p:nvGrpSpPr>
        <p:grpSpPr>
          <a:xfrm flipH="1" rot="10800000">
            <a:off x="6593205" y="0"/>
            <a:ext cx="5928360" cy="6634480"/>
            <a:chOff x="6095999" y="52996"/>
            <a:chExt cx="6093363" cy="6805005"/>
          </a:xfrm>
        </p:grpSpPr>
        <p:sp>
          <p:nvSpPr>
            <p:cNvPr id="395" name="Google Shape;395;p23"/>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96" name="Google Shape;396;p23"/>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97" name="Google Shape;397;p23"/>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398" name="Google Shape;398;p23"/>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399" name="Google Shape;399;p23"/>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400" name="Google Shape;400;p23"/>
          <p:cNvSpPr/>
          <p:nvPr/>
        </p:nvSpPr>
        <p:spPr>
          <a:xfrm>
            <a:off x="609600" y="3557905"/>
            <a:ext cx="6373495" cy="273050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public IActionResult OnGet()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 Logic for handling HTTP GET request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return Page();</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chemeClr val="dk1"/>
              </a:buClr>
              <a:buSzPts val="1000"/>
              <a:buFont typeface="Arial"/>
              <a:buNone/>
            </a:pPr>
            <a:r>
              <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public IActionResult OnPost()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 Logic for handling HTTP POST request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return Page();</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p:txBody>
      </p:sp>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500"/>
                                        <p:tgtEl>
                                          <p:spTgt spid="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1000"/>
                                        <p:tgtEl>
                                          <p:spTgt spid="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4"/>
          <p:cNvSpPr/>
          <p:nvPr/>
        </p:nvSpPr>
        <p:spPr>
          <a:xfrm>
            <a:off x="674150" y="3470285"/>
            <a:ext cx="6373500" cy="273060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public async Task&lt;IActionResult&gt; OnGetAsync()</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 Asynchronous logic for handling HTTP GET request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return Page();</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chemeClr val="dk1"/>
              </a:buClr>
              <a:buSzPts val="1000"/>
              <a:buFont typeface="Arial"/>
              <a:buNone/>
            </a:pPr>
            <a:r>
              <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public async Task&lt;IActionResult&gt; OnPostAsync()</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 Asynchronous logic for handling HTTP POST request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return Page();</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p:txBody>
      </p:sp>
      <p:sp>
        <p:nvSpPr>
          <p:cNvPr id="406" name="Google Shape;406;p2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Page Events</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407" name="Google Shape;407;p24"/>
          <p:cNvSpPr/>
          <p:nvPr/>
        </p:nvSpPr>
        <p:spPr>
          <a:xfrm>
            <a:off x="609600" y="1165860"/>
            <a:ext cx="6373495" cy="197802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OnGetAsync and OnPostAsync: Similar to OnGet and OnPost, these events are asynchronous versions and allow you to perform async operations during the request handling.</a:t>
            </a:r>
            <a:endParaRPr b="0" i="0" sz="1600" u="none" cap="none" strike="noStrike">
              <a:solidFill>
                <a:schemeClr val="lt1"/>
              </a:solidFill>
              <a:latin typeface="Comic Sans MS"/>
              <a:ea typeface="Comic Sans MS"/>
              <a:cs typeface="Comic Sans MS"/>
              <a:sym typeface="Comic Sans MS"/>
            </a:endParaRPr>
          </a:p>
        </p:txBody>
      </p:sp>
      <p:grpSp>
        <p:nvGrpSpPr>
          <p:cNvPr id="408" name="Google Shape;408;p24"/>
          <p:cNvGrpSpPr/>
          <p:nvPr/>
        </p:nvGrpSpPr>
        <p:grpSpPr>
          <a:xfrm flipH="1" rot="10800000">
            <a:off x="6593205" y="0"/>
            <a:ext cx="5928360" cy="6634480"/>
            <a:chOff x="6095999" y="52996"/>
            <a:chExt cx="6093363" cy="6805005"/>
          </a:xfrm>
        </p:grpSpPr>
        <p:sp>
          <p:nvSpPr>
            <p:cNvPr id="409" name="Google Shape;409;p24"/>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10" name="Google Shape;410;p24"/>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11" name="Google Shape;411;p24"/>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412" name="Google Shape;412;p24"/>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413" name="Google Shape;413;p24"/>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1000"/>
                                        <p:tgtEl>
                                          <p:spTgt spid="4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1000"/>
                                        <p:tgtEl>
                                          <p:spTgt spid="4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5"/>
          <p:cNvSpPr/>
          <p:nvPr/>
        </p:nvSpPr>
        <p:spPr>
          <a:xfrm>
            <a:off x="609600" y="3372485"/>
            <a:ext cx="6373495" cy="273050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public IActionResult OnGetDelete()</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 Logic for handling GET request specific to the "Delete" handler</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return Page();</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chemeClr val="dk1"/>
              </a:buClr>
              <a:buSzPts val="1000"/>
              <a:buFont typeface="Arial"/>
              <a:buNone/>
            </a:pPr>
            <a:r>
              <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public IActionResult OnPostDelete()</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 Logic for handling POST request specific to the "Delete" handler</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return Page();</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p:txBody>
      </p:sp>
      <p:sp>
        <p:nvSpPr>
          <p:cNvPr id="419" name="Google Shape;419;p2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Handler Events</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420" name="Google Shape;420;p25"/>
          <p:cNvSpPr/>
          <p:nvPr/>
        </p:nvSpPr>
        <p:spPr>
          <a:xfrm>
            <a:off x="609600" y="1165860"/>
            <a:ext cx="6373495" cy="197802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OnGet and OnPost: Similar to page events, these events are associated with individual handler methods. You can define them in your PageModel to handle specific HTTP verbs for a particular handler method.</a:t>
            </a:r>
            <a:endParaRPr b="0" i="0" sz="1600" u="none" cap="none" strike="noStrike">
              <a:solidFill>
                <a:schemeClr val="lt1"/>
              </a:solidFill>
              <a:latin typeface="Comic Sans MS"/>
              <a:ea typeface="Comic Sans MS"/>
              <a:cs typeface="Comic Sans MS"/>
              <a:sym typeface="Comic Sans MS"/>
            </a:endParaRPr>
          </a:p>
        </p:txBody>
      </p:sp>
      <p:grpSp>
        <p:nvGrpSpPr>
          <p:cNvPr id="421" name="Google Shape;421;p25"/>
          <p:cNvGrpSpPr/>
          <p:nvPr/>
        </p:nvGrpSpPr>
        <p:grpSpPr>
          <a:xfrm flipH="1" rot="10800000">
            <a:off x="6593205" y="0"/>
            <a:ext cx="5928360" cy="6634480"/>
            <a:chOff x="6095999" y="52996"/>
            <a:chExt cx="6093363" cy="6805005"/>
          </a:xfrm>
        </p:grpSpPr>
        <p:sp>
          <p:nvSpPr>
            <p:cNvPr id="422" name="Google Shape;422;p25"/>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23" name="Google Shape;423;p25"/>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24" name="Google Shape;424;p25"/>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425" name="Google Shape;425;p25"/>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426" name="Google Shape;426;p25"/>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500"/>
                                        <p:tgtEl>
                                          <p:spTgt spid="4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1000"/>
                                        <p:tgtEl>
                                          <p:spTgt spid="4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1000"/>
                                        <p:tgtEl>
                                          <p:spTgt spid="4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2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Handler Events</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432" name="Google Shape;432;p26"/>
          <p:cNvSpPr/>
          <p:nvPr/>
        </p:nvSpPr>
        <p:spPr>
          <a:xfrm>
            <a:off x="609600" y="1165860"/>
            <a:ext cx="6373495" cy="48895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Other Handler Events: Razor Pages also provide events like OnGetHandlerAsync, OnPostHandlerAsync, OnHandlerExecuting, OnHandlerExecuted, etc., which allow you to perform actions before and after the execution of specific handler methods.</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These events allow you to handle user input, perform data processing, execute business logic, and control the flow of your Razor Pages application. You can override these events in your page model (PageModel class) to define the desired behavior for your application.</a:t>
            </a:r>
            <a:endParaRPr b="0" i="0" sz="1600" u="none" cap="none" strike="noStrike">
              <a:solidFill>
                <a:schemeClr val="lt1"/>
              </a:solidFill>
              <a:latin typeface="Comic Sans MS"/>
              <a:ea typeface="Comic Sans MS"/>
              <a:cs typeface="Comic Sans MS"/>
              <a:sym typeface="Comic Sans MS"/>
            </a:endParaRPr>
          </a:p>
        </p:txBody>
      </p:sp>
      <p:grpSp>
        <p:nvGrpSpPr>
          <p:cNvPr id="433" name="Google Shape;433;p26"/>
          <p:cNvGrpSpPr/>
          <p:nvPr/>
        </p:nvGrpSpPr>
        <p:grpSpPr>
          <a:xfrm flipH="1" rot="10800000">
            <a:off x="6593205" y="0"/>
            <a:ext cx="5928360" cy="6634480"/>
            <a:chOff x="6095999" y="52996"/>
            <a:chExt cx="6093363" cy="6805005"/>
          </a:xfrm>
        </p:grpSpPr>
        <p:sp>
          <p:nvSpPr>
            <p:cNvPr id="434" name="Google Shape;434;p26"/>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35" name="Google Shape;435;p26"/>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36" name="Google Shape;436;p26"/>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437" name="Google Shape;437;p26"/>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438" name="Google Shape;438;p26"/>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1000"/>
                                        <p:tgtEl>
                                          <p:spTgt spid="4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2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Razor Page Filters</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444" name="Google Shape;444;p27"/>
          <p:cNvSpPr/>
          <p:nvPr/>
        </p:nvSpPr>
        <p:spPr>
          <a:xfrm>
            <a:off x="609600" y="1165860"/>
            <a:ext cx="6373495" cy="229743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Filters are a powerful feature that allow you to add cross-cutting concerns to your application. They enable you to execute code before or after specific stages in the Razor Pages lifecycle or before or after individual page handler methods.</a:t>
            </a:r>
            <a:endParaRPr b="0" i="0" sz="1600" u="none" cap="none" strike="noStrike">
              <a:solidFill>
                <a:schemeClr val="lt1"/>
              </a:solidFill>
              <a:latin typeface="Comic Sans MS"/>
              <a:ea typeface="Comic Sans MS"/>
              <a:cs typeface="Comic Sans MS"/>
              <a:sym typeface="Comic Sans MS"/>
            </a:endParaRPr>
          </a:p>
        </p:txBody>
      </p:sp>
      <p:grpSp>
        <p:nvGrpSpPr>
          <p:cNvPr id="445" name="Google Shape;445;p27"/>
          <p:cNvGrpSpPr/>
          <p:nvPr/>
        </p:nvGrpSpPr>
        <p:grpSpPr>
          <a:xfrm flipH="1" rot="10800000">
            <a:off x="6593205" y="0"/>
            <a:ext cx="5928360" cy="6634480"/>
            <a:chOff x="6095999" y="52996"/>
            <a:chExt cx="6093363" cy="6805005"/>
          </a:xfrm>
        </p:grpSpPr>
        <p:sp>
          <p:nvSpPr>
            <p:cNvPr id="446" name="Google Shape;446;p27"/>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47" name="Google Shape;447;p27"/>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48" name="Google Shape;448;p27"/>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449" name="Google Shape;449;p27"/>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450" name="Google Shape;450;p27"/>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451" name="Google Shape;451;p27"/>
          <p:cNvSpPr/>
          <p:nvPr/>
        </p:nvSpPr>
        <p:spPr>
          <a:xfrm>
            <a:off x="609600" y="3589020"/>
            <a:ext cx="6373495" cy="176022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There are two types of filters in Razor Pages:</a:t>
            </a:r>
            <a:endParaRPr b="0" i="0" sz="1600" u="none" cap="none" strike="noStrike">
              <a:solidFill>
                <a:schemeClr val="lt1"/>
              </a:solidFill>
              <a:latin typeface="Comic Sans MS"/>
              <a:ea typeface="Comic Sans MS"/>
              <a:cs typeface="Comic Sans MS"/>
              <a:sym typeface="Comic Sans MS"/>
            </a:endParaRPr>
          </a:p>
          <a:p>
            <a:pPr indent="-342900" lvl="0" marL="342900" marR="0" rtl="0" algn="l">
              <a:lnSpc>
                <a:spcPct val="140000"/>
              </a:lnSpc>
              <a:spcBef>
                <a:spcPts val="0"/>
              </a:spcBef>
              <a:spcAft>
                <a:spcPts val="0"/>
              </a:spcAft>
              <a:buClr>
                <a:schemeClr val="lt1"/>
              </a:buClr>
              <a:buSzPts val="1600"/>
              <a:buFont typeface="Arial"/>
              <a:buAutoNum type="arabicPeriod"/>
            </a:pPr>
            <a:r>
              <a:rPr b="0" i="0" lang="en-US" sz="1600" u="none" cap="none" strike="noStrike">
                <a:solidFill>
                  <a:schemeClr val="lt1"/>
                </a:solidFill>
                <a:latin typeface="Comic Sans MS"/>
                <a:ea typeface="Comic Sans MS"/>
                <a:cs typeface="Comic Sans MS"/>
                <a:sym typeface="Comic Sans MS"/>
              </a:rPr>
              <a:t>Page Filters</a:t>
            </a:r>
            <a:endParaRPr b="0" i="0" sz="1600" u="none" cap="none" strike="noStrike">
              <a:solidFill>
                <a:schemeClr val="lt1"/>
              </a:solidFill>
              <a:latin typeface="Comic Sans MS"/>
              <a:ea typeface="Comic Sans MS"/>
              <a:cs typeface="Comic Sans MS"/>
              <a:sym typeface="Comic Sans MS"/>
            </a:endParaRPr>
          </a:p>
          <a:p>
            <a:pPr indent="-342900" lvl="0" marL="342900" marR="0" rtl="0" algn="l">
              <a:lnSpc>
                <a:spcPct val="140000"/>
              </a:lnSpc>
              <a:spcBef>
                <a:spcPts val="0"/>
              </a:spcBef>
              <a:spcAft>
                <a:spcPts val="0"/>
              </a:spcAft>
              <a:buClr>
                <a:schemeClr val="lt1"/>
              </a:buClr>
              <a:buSzPts val="1600"/>
              <a:buFont typeface="Arial"/>
              <a:buAutoNum type="arabicPeriod"/>
            </a:pPr>
            <a:r>
              <a:rPr b="0" i="0" lang="en-US" sz="1600" u="none" cap="none" strike="noStrike">
                <a:solidFill>
                  <a:schemeClr val="lt1"/>
                </a:solidFill>
                <a:latin typeface="Comic Sans MS"/>
                <a:ea typeface="Comic Sans MS"/>
                <a:cs typeface="Comic Sans MS"/>
                <a:sym typeface="Comic Sans MS"/>
              </a:rPr>
              <a:t>Handler Filters</a:t>
            </a:r>
            <a:endParaRPr b="0" i="0" sz="1600" u="none" cap="none" strike="noStrike">
              <a:solidFill>
                <a:schemeClr val="lt1"/>
              </a:solidFill>
              <a:latin typeface="Comic Sans MS"/>
              <a:ea typeface="Comic Sans MS"/>
              <a:cs typeface="Comic Sans MS"/>
              <a:sym typeface="Comic Sans MS"/>
            </a:endParaRPr>
          </a:p>
        </p:txBody>
      </p:sp>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500"/>
                                        <p:tgtEl>
                                          <p:spTgt spid="4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1000"/>
                                        <p:tgtEl>
                                          <p:spTgt spid="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1000"/>
                                        <p:tgtEl>
                                          <p:spTgt spid="4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28"/>
          <p:cNvSpPr/>
          <p:nvPr/>
        </p:nvSpPr>
        <p:spPr>
          <a:xfrm>
            <a:off x="609600" y="3371850"/>
            <a:ext cx="6391910" cy="229997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2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2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Handler Filters: These filters are applied at the individual page handler method level and allow you to perform actions before or after a specific handler method is executed. They are defined using attributes and can be used to handle scenarios like input validation, model binding, logging, and so on.</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2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2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p:txBody>
      </p:sp>
      <p:sp>
        <p:nvSpPr>
          <p:cNvPr id="457" name="Google Shape;457;p2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Razor Page Filters</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458" name="Google Shape;458;p28"/>
          <p:cNvSpPr/>
          <p:nvPr/>
        </p:nvSpPr>
        <p:spPr>
          <a:xfrm>
            <a:off x="365125" y="830410"/>
            <a:ext cx="6391200" cy="21234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lnSpc>
                <a:spcPct val="12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just">
              <a:lnSpc>
                <a:spcPct val="12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Page Filters: These filters are applied at the page level and can be used to perform actions before or after the entire page is executed. They are defined using the PageModel base class and can be used to handle scenarios like authentication, authorization, logging, caching, and so on.</a:t>
            </a:r>
            <a:endParaRPr b="0" i="0" sz="1600" u="none" cap="none" strike="noStrike">
              <a:solidFill>
                <a:schemeClr val="lt1"/>
              </a:solidFill>
              <a:latin typeface="Comic Sans MS"/>
              <a:ea typeface="Comic Sans MS"/>
              <a:cs typeface="Comic Sans MS"/>
              <a:sym typeface="Comic Sans MS"/>
            </a:endParaRPr>
          </a:p>
          <a:p>
            <a:pPr indent="0" lvl="0" marL="0" marR="0" rtl="0" algn="just">
              <a:lnSpc>
                <a:spcPct val="12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p:txBody>
      </p:sp>
      <p:grpSp>
        <p:nvGrpSpPr>
          <p:cNvPr id="459" name="Google Shape;459;p28"/>
          <p:cNvGrpSpPr/>
          <p:nvPr/>
        </p:nvGrpSpPr>
        <p:grpSpPr>
          <a:xfrm flipH="1" rot="10800000">
            <a:off x="6572250" y="0"/>
            <a:ext cx="5928360" cy="6634480"/>
            <a:chOff x="6095999" y="52996"/>
            <a:chExt cx="6093363" cy="6805005"/>
          </a:xfrm>
        </p:grpSpPr>
        <p:sp>
          <p:nvSpPr>
            <p:cNvPr id="460" name="Google Shape;460;p28"/>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61" name="Google Shape;461;p28"/>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62" name="Google Shape;462;p28"/>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463" name="Google Shape;463;p28"/>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464" name="Google Shape;464;p28"/>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500"/>
                                        <p:tgtEl>
                                          <p:spTgt spid="4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1000"/>
                                        <p:tgtEl>
                                          <p:spTgt spid="4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1000"/>
                                        <p:tgtEl>
                                          <p:spTgt spid="4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2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Razor Page Validations</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470" name="Google Shape;470;p29"/>
          <p:cNvSpPr/>
          <p:nvPr/>
        </p:nvSpPr>
        <p:spPr>
          <a:xfrm>
            <a:off x="532765" y="1417955"/>
            <a:ext cx="5916295" cy="154559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In Razor Pages, you can perform validations on user input to ensure that the data entered by the user meets certain criteria or constraints. </a:t>
            </a:r>
            <a:endParaRPr b="0" i="0" sz="1600" u="none" cap="none" strike="noStrike">
              <a:solidFill>
                <a:schemeClr val="lt1"/>
              </a:solidFill>
              <a:latin typeface="Comic Sans MS"/>
              <a:ea typeface="Comic Sans MS"/>
              <a:cs typeface="Comic Sans MS"/>
              <a:sym typeface="Comic Sans MS"/>
            </a:endParaRPr>
          </a:p>
        </p:txBody>
      </p:sp>
      <p:grpSp>
        <p:nvGrpSpPr>
          <p:cNvPr id="471" name="Google Shape;471;p29"/>
          <p:cNvGrpSpPr/>
          <p:nvPr/>
        </p:nvGrpSpPr>
        <p:grpSpPr>
          <a:xfrm flipH="1" rot="10800000">
            <a:off x="6572250" y="0"/>
            <a:ext cx="5928360" cy="6634480"/>
            <a:chOff x="6095999" y="52996"/>
            <a:chExt cx="6093363" cy="6805005"/>
          </a:xfrm>
        </p:grpSpPr>
        <p:sp>
          <p:nvSpPr>
            <p:cNvPr id="472" name="Google Shape;472;p29"/>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73" name="Google Shape;473;p29"/>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74" name="Google Shape;474;p29"/>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475" name="Google Shape;475;p29"/>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476" name="Google Shape;476;p29"/>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477" name="Google Shape;477;p29"/>
          <p:cNvSpPr/>
          <p:nvPr/>
        </p:nvSpPr>
        <p:spPr>
          <a:xfrm>
            <a:off x="532765" y="3287395"/>
            <a:ext cx="5916295" cy="105473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There are various ways to implement validations in Razor Pages, including client-side and server-side validations.</a:t>
            </a:r>
            <a:endParaRPr b="0" i="0" sz="1600" u="none" cap="none" strike="noStrike">
              <a:solidFill>
                <a:schemeClr val="lt1"/>
              </a:solidFill>
              <a:latin typeface="Comic Sans MS"/>
              <a:ea typeface="Comic Sans MS"/>
              <a:cs typeface="Comic Sans MS"/>
              <a:sym typeface="Comic Sans MS"/>
            </a:endParaRPr>
          </a:p>
        </p:txBody>
      </p:sp>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500"/>
                                        <p:tgtEl>
                                          <p:spTgt spid="4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1000"/>
                                        <p:tgtEl>
                                          <p:spTgt spid="4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1000"/>
                                        <p:tgtEl>
                                          <p:spTgt spid="4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30"/>
          <p:cNvSpPr/>
          <p:nvPr/>
        </p:nvSpPr>
        <p:spPr>
          <a:xfrm>
            <a:off x="760095" y="3571875"/>
            <a:ext cx="7004685" cy="164719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&lt;input asp-for="Name" data-val="true" data-val-required="The Name field is required" /&gt;</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&lt;span asp-validation-for="Name"&gt;&lt;/span&gt;</a:t>
            </a:r>
            <a:endParaRPr b="0" i="0" sz="1200" u="none" cap="none" strike="noStrike">
              <a:solidFill>
                <a:srgbClr val="002060"/>
              </a:solidFill>
              <a:latin typeface="Arial"/>
              <a:ea typeface="Arial"/>
              <a:cs typeface="Arial"/>
              <a:sym typeface="Arial"/>
            </a:endParaRPr>
          </a:p>
        </p:txBody>
      </p:sp>
      <p:sp>
        <p:nvSpPr>
          <p:cNvPr id="483" name="Google Shape;483;p3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Client Side Validation</a:t>
            </a:r>
            <a:endParaRPr>
              <a:solidFill>
                <a:srgbClr val="012D86"/>
              </a:solidFill>
              <a:latin typeface="Bell MT"/>
              <a:ea typeface="Bell MT"/>
              <a:cs typeface="Bell MT"/>
              <a:sym typeface="Bell MT"/>
            </a:endParaRPr>
          </a:p>
        </p:txBody>
      </p:sp>
      <p:sp>
        <p:nvSpPr>
          <p:cNvPr id="484" name="Google Shape;484;p30"/>
          <p:cNvSpPr/>
          <p:nvPr/>
        </p:nvSpPr>
        <p:spPr>
          <a:xfrm>
            <a:off x="760095" y="1417955"/>
            <a:ext cx="5163185" cy="201104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Required Fields: You can use the data-val-required and data-val attributes to mark fields as required. Razor Pages automatically generates the necessary JavaScript validation code based on these attributes.</a:t>
            </a:r>
            <a:endParaRPr b="0" i="0" sz="1600" u="none" cap="none" strike="noStrike">
              <a:solidFill>
                <a:schemeClr val="lt1"/>
              </a:solidFill>
              <a:latin typeface="Comic Sans MS"/>
              <a:ea typeface="Comic Sans MS"/>
              <a:cs typeface="Comic Sans MS"/>
              <a:sym typeface="Comic Sans MS"/>
            </a:endParaRPr>
          </a:p>
        </p:txBody>
      </p:sp>
      <p:pic>
        <p:nvPicPr>
          <p:cNvPr descr="Aitrich-Logo-Transparent-BG-2048x671" id="485" name="Google Shape;485;p30"/>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grpSp>
        <p:nvGrpSpPr>
          <p:cNvPr id="486" name="Google Shape;486;p30"/>
          <p:cNvGrpSpPr/>
          <p:nvPr/>
        </p:nvGrpSpPr>
        <p:grpSpPr>
          <a:xfrm flipH="1" rot="10800000">
            <a:off x="6582410" y="635"/>
            <a:ext cx="5928360" cy="6857365"/>
            <a:chOff x="6095999" y="52996"/>
            <a:chExt cx="6093363" cy="6805005"/>
          </a:xfrm>
        </p:grpSpPr>
        <p:sp>
          <p:nvSpPr>
            <p:cNvPr id="487" name="Google Shape;487;p30"/>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88" name="Google Shape;488;p30"/>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89" name="Google Shape;489;p30"/>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490" name="Google Shape;490;p30"/>
          <p:cNvPicPr preferRelativeResize="0"/>
          <p:nvPr>
            <p:ph idx="1" type="body"/>
          </p:nvPr>
        </p:nvPicPr>
        <p:blipFill rotWithShape="1">
          <a:blip r:embed="rId4">
            <a:alphaModFix/>
          </a:blip>
          <a:srcRect b="0" l="0" r="0" t="0"/>
          <a:stretch/>
        </p:blipFill>
        <p:spPr>
          <a:xfrm>
            <a:off x="7687945" y="1165860"/>
            <a:ext cx="4566285" cy="3713480"/>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
                                        </p:tgtEl>
                                        <p:attrNameLst>
                                          <p:attrName>style.visibility</p:attrName>
                                        </p:attrNameLst>
                                      </p:cBhvr>
                                      <p:to>
                                        <p:strVal val="visible"/>
                                      </p:to>
                                    </p:set>
                                    <p:animEffect filter="fade" transition="in">
                                      <p:cBhvr>
                                        <p:cTn dur="500"/>
                                        <p:tgtEl>
                                          <p:spTgt spid="4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
                                        </p:tgtEl>
                                        <p:attrNameLst>
                                          <p:attrName>style.visibility</p:attrName>
                                        </p:attrNameLst>
                                      </p:cBhvr>
                                      <p:to>
                                        <p:strVal val="visible"/>
                                      </p:to>
                                    </p:set>
                                    <p:animEffect filter="fade" transition="in">
                                      <p:cBhvr>
                                        <p:cTn dur="1000"/>
                                        <p:tgtEl>
                                          <p:spTgt spid="4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1000"/>
                                        <p:tgtEl>
                                          <p:spTgt spid="4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31"/>
          <p:cNvSpPr/>
          <p:nvPr/>
        </p:nvSpPr>
        <p:spPr>
          <a:xfrm>
            <a:off x="1971040" y="3612515"/>
            <a:ext cx="5280025" cy="228727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public class MyModel</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    [Required]</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    public string Name { get; set; }</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chemeClr val="dk1"/>
              </a:buClr>
              <a:buSzPts val="1200"/>
              <a:buFont typeface="Arial"/>
              <a:buNone/>
            </a:pPr>
            <a:r>
              <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    [Range(18, 99)]</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    public int Age { get; set; }</a:t>
            </a:r>
            <a:endParaRPr b="0" i="0" sz="12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200"/>
              <a:buFont typeface="Arial"/>
              <a:buNone/>
            </a:pPr>
            <a:r>
              <a:rPr b="0" i="0" lang="en-US" sz="1200" u="none" cap="none" strike="noStrike">
                <a:solidFill>
                  <a:srgbClr val="002060"/>
                </a:solidFill>
                <a:latin typeface="Arial"/>
                <a:ea typeface="Arial"/>
                <a:cs typeface="Arial"/>
                <a:sym typeface="Arial"/>
              </a:rPr>
              <a:t>}</a:t>
            </a:r>
            <a:endParaRPr b="0" i="0" sz="1200" u="none" cap="none" strike="noStrike">
              <a:solidFill>
                <a:srgbClr val="002060"/>
              </a:solidFill>
              <a:latin typeface="Arial"/>
              <a:ea typeface="Arial"/>
              <a:cs typeface="Arial"/>
              <a:sym typeface="Arial"/>
            </a:endParaRPr>
          </a:p>
        </p:txBody>
      </p:sp>
      <p:sp>
        <p:nvSpPr>
          <p:cNvPr id="496" name="Google Shape;496;p3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Client Side Validation</a:t>
            </a:r>
            <a:endParaRPr>
              <a:solidFill>
                <a:srgbClr val="012D86"/>
              </a:solidFill>
              <a:latin typeface="Bell MT"/>
              <a:ea typeface="Bell MT"/>
              <a:cs typeface="Bell MT"/>
              <a:sym typeface="Bell MT"/>
            </a:endParaRPr>
          </a:p>
        </p:txBody>
      </p:sp>
      <p:pic>
        <p:nvPicPr>
          <p:cNvPr descr="Aitrich-Logo-Transparent-BG-2048x671" id="497" name="Google Shape;497;p31"/>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
        <p:nvSpPr>
          <p:cNvPr id="498" name="Google Shape;498;p31"/>
          <p:cNvSpPr/>
          <p:nvPr/>
        </p:nvSpPr>
        <p:spPr>
          <a:xfrm>
            <a:off x="770255" y="1417955"/>
            <a:ext cx="5163185" cy="201041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Data Type Validations: You can use data annotations on your model properties to specify the expected data types, such as [Required], [StringLength], [Range], etc.</a:t>
            </a:r>
            <a:endParaRPr b="0" i="0" sz="1600" u="none" cap="none" strike="noStrike">
              <a:solidFill>
                <a:schemeClr val="lt1"/>
              </a:solidFill>
              <a:latin typeface="Comic Sans MS"/>
              <a:ea typeface="Comic Sans MS"/>
              <a:cs typeface="Comic Sans MS"/>
              <a:sym typeface="Comic Sans MS"/>
            </a:endParaRPr>
          </a:p>
        </p:txBody>
      </p:sp>
      <p:grpSp>
        <p:nvGrpSpPr>
          <p:cNvPr id="499" name="Google Shape;499;p31"/>
          <p:cNvGrpSpPr/>
          <p:nvPr/>
        </p:nvGrpSpPr>
        <p:grpSpPr>
          <a:xfrm flipH="1" rot="10800000">
            <a:off x="6582410" y="635"/>
            <a:ext cx="5928360" cy="6857365"/>
            <a:chOff x="6095999" y="52996"/>
            <a:chExt cx="6093363" cy="6805005"/>
          </a:xfrm>
        </p:grpSpPr>
        <p:sp>
          <p:nvSpPr>
            <p:cNvPr id="500" name="Google Shape;500;p31"/>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01" name="Google Shape;501;p31"/>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02" name="Google Shape;502;p31"/>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503" name="Google Shape;503;p31"/>
          <p:cNvPicPr preferRelativeResize="0"/>
          <p:nvPr>
            <p:ph idx="1" type="body"/>
          </p:nvPr>
        </p:nvPicPr>
        <p:blipFill rotWithShape="1">
          <a:blip r:embed="rId4">
            <a:alphaModFix/>
          </a:blip>
          <a:srcRect b="0" l="0" r="0" t="0"/>
          <a:stretch/>
        </p:blipFill>
        <p:spPr>
          <a:xfrm>
            <a:off x="7687945" y="1165860"/>
            <a:ext cx="4566285" cy="3713480"/>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500"/>
                                        <p:tgtEl>
                                          <p:spTgt spid="4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1000"/>
                                        <p:tgtEl>
                                          <p:spTgt spid="4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1000"/>
                                        <p:tgtEl>
                                          <p:spTgt spid="4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2"/>
          <p:cNvSpPr/>
          <p:nvPr/>
        </p:nvSpPr>
        <p:spPr>
          <a:xfrm>
            <a:off x="1971040" y="3612515"/>
            <a:ext cx="5280025" cy="228727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public IActionResult OnPost()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if (!ModelState.IsValid)</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return Page();</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chemeClr val="dk1"/>
              </a:buClr>
              <a:buSzPts val="1000"/>
              <a:buFont typeface="Arial"/>
              <a:buNone/>
            </a:pPr>
            <a:r>
              <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 Process valid data</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    return RedirectToPage("Success");</a:t>
            </a:r>
            <a:endParaRPr b="0" i="0" sz="10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1000"/>
              <a:buFont typeface="Arial"/>
              <a:buNone/>
            </a:pPr>
            <a:r>
              <a:rPr b="0" i="0" lang="en-US" sz="1000" u="none" cap="none" strike="noStrike">
                <a:solidFill>
                  <a:srgbClr val="002060"/>
                </a:solidFill>
                <a:latin typeface="Arial"/>
                <a:ea typeface="Arial"/>
                <a:cs typeface="Arial"/>
                <a:sym typeface="Arial"/>
              </a:rPr>
              <a:t>}</a:t>
            </a:r>
            <a:endParaRPr b="0" i="0" sz="1000" u="none" cap="none" strike="noStrike">
              <a:solidFill>
                <a:srgbClr val="002060"/>
              </a:solidFill>
              <a:latin typeface="Arial"/>
              <a:ea typeface="Arial"/>
              <a:cs typeface="Arial"/>
              <a:sym typeface="Arial"/>
            </a:endParaRPr>
          </a:p>
        </p:txBody>
      </p:sp>
      <p:sp>
        <p:nvSpPr>
          <p:cNvPr id="509" name="Google Shape;509;p3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Server Side Validation</a:t>
            </a:r>
            <a:endParaRPr>
              <a:solidFill>
                <a:srgbClr val="012D86"/>
              </a:solidFill>
              <a:latin typeface="Bell MT"/>
              <a:ea typeface="Bell MT"/>
              <a:cs typeface="Bell MT"/>
              <a:sym typeface="Bell MT"/>
            </a:endParaRPr>
          </a:p>
        </p:txBody>
      </p:sp>
      <p:sp>
        <p:nvSpPr>
          <p:cNvPr id="510" name="Google Shape;510;p32"/>
          <p:cNvSpPr/>
          <p:nvPr/>
        </p:nvSpPr>
        <p:spPr>
          <a:xfrm>
            <a:off x="760095" y="1417955"/>
            <a:ext cx="5296500" cy="20109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ModelState: Razor Pages automatically validates the model state during model binding. You can check for validation errors using the ModelState.IsValid property and display error messages in your Razor Pages.</a:t>
            </a:r>
            <a:endParaRPr b="0" i="0" sz="1600" u="none" cap="none" strike="noStrike">
              <a:solidFill>
                <a:schemeClr val="lt1"/>
              </a:solidFill>
              <a:latin typeface="Comic Sans MS"/>
              <a:ea typeface="Comic Sans MS"/>
              <a:cs typeface="Comic Sans MS"/>
              <a:sym typeface="Comic Sans MS"/>
            </a:endParaRPr>
          </a:p>
        </p:txBody>
      </p:sp>
      <p:pic>
        <p:nvPicPr>
          <p:cNvPr descr="Aitrich-Logo-Transparent-BG-2048x671" id="511" name="Google Shape;511;p32"/>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grpSp>
        <p:nvGrpSpPr>
          <p:cNvPr id="512" name="Google Shape;512;p32"/>
          <p:cNvGrpSpPr/>
          <p:nvPr/>
        </p:nvGrpSpPr>
        <p:grpSpPr>
          <a:xfrm flipH="1" rot="10800000">
            <a:off x="6582410" y="635"/>
            <a:ext cx="5928360" cy="6857365"/>
            <a:chOff x="6095999" y="52996"/>
            <a:chExt cx="6093363" cy="6805005"/>
          </a:xfrm>
        </p:grpSpPr>
        <p:sp>
          <p:nvSpPr>
            <p:cNvPr id="513" name="Google Shape;513;p32"/>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14" name="Google Shape;514;p32"/>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15" name="Google Shape;515;p32"/>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516" name="Google Shape;516;p32"/>
          <p:cNvPicPr preferRelativeResize="0"/>
          <p:nvPr>
            <p:ph idx="1" type="body"/>
          </p:nvPr>
        </p:nvPicPr>
        <p:blipFill rotWithShape="1">
          <a:blip r:embed="rId4">
            <a:alphaModFix/>
          </a:blip>
          <a:srcRect b="0" l="0" r="0" t="0"/>
          <a:stretch/>
        </p:blipFill>
        <p:spPr>
          <a:xfrm>
            <a:off x="7687945" y="1165860"/>
            <a:ext cx="4566285" cy="3713480"/>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500"/>
                                        <p:tgtEl>
                                          <p:spTgt spid="5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1000"/>
                                        <p:tgtEl>
                                          <p:spTgt spid="5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1000"/>
                                        <p:tgtEl>
                                          <p:spTgt spid="5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33"/>
          <p:cNvSpPr/>
          <p:nvPr/>
        </p:nvSpPr>
        <p:spPr>
          <a:xfrm>
            <a:off x="1682115" y="3747135"/>
            <a:ext cx="5548630" cy="2947670"/>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public class CustomValidationAttribute : ValidationAttribute</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protected override ValidationResult IsValid(object value, ValidationContext validationContext)</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 Custom validation logic</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if (/* validation fails */)</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return new ValidationResult("Validation failed");</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chemeClr val="dk1"/>
              </a:buClr>
              <a:buSzPts val="700"/>
              <a:buFont typeface="Arial"/>
              <a:buNone/>
            </a:pPr>
            <a:r>
              <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return ValidationResult.Success;</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chemeClr val="dk1"/>
              </a:buClr>
              <a:buSzPts val="700"/>
              <a:buFont typeface="Arial"/>
              <a:buNone/>
            </a:pPr>
            <a:r>
              <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public class MyModel</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[CustomValidation]</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    public string SomeProperty { get; set; }</a:t>
            </a:r>
            <a:endParaRPr b="0" i="0" sz="700" u="none" cap="none" strike="noStrike">
              <a:solidFill>
                <a:srgbClr val="002060"/>
              </a:solidFill>
              <a:latin typeface="Arial"/>
              <a:ea typeface="Arial"/>
              <a:cs typeface="Arial"/>
              <a:sym typeface="Arial"/>
            </a:endParaRPr>
          </a:p>
          <a:p>
            <a:pPr indent="0" lvl="0" marL="0" marR="0" rtl="0" algn="l">
              <a:lnSpc>
                <a:spcPct val="140000"/>
              </a:lnSpc>
              <a:spcBef>
                <a:spcPts val="0"/>
              </a:spcBef>
              <a:spcAft>
                <a:spcPts val="0"/>
              </a:spcAft>
              <a:buClr>
                <a:srgbClr val="002060"/>
              </a:buClr>
              <a:buSzPts val="700"/>
              <a:buFont typeface="Arial"/>
              <a:buNone/>
            </a:pPr>
            <a:r>
              <a:rPr b="0" i="0" lang="en-US" sz="700" u="none" cap="none" strike="noStrike">
                <a:solidFill>
                  <a:srgbClr val="002060"/>
                </a:solidFill>
                <a:latin typeface="Arial"/>
                <a:ea typeface="Arial"/>
                <a:cs typeface="Arial"/>
                <a:sym typeface="Arial"/>
              </a:rPr>
              <a:t>}</a:t>
            </a:r>
            <a:endParaRPr b="0" i="0" sz="700" u="none" cap="none" strike="noStrike">
              <a:solidFill>
                <a:srgbClr val="002060"/>
              </a:solidFill>
              <a:latin typeface="Arial"/>
              <a:ea typeface="Arial"/>
              <a:cs typeface="Arial"/>
              <a:sym typeface="Arial"/>
            </a:endParaRPr>
          </a:p>
        </p:txBody>
      </p:sp>
      <p:sp>
        <p:nvSpPr>
          <p:cNvPr id="522" name="Google Shape;522;p3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Server Side Validation</a:t>
            </a:r>
            <a:endParaRPr>
              <a:solidFill>
                <a:srgbClr val="012D86"/>
              </a:solidFill>
              <a:latin typeface="Bell MT"/>
              <a:ea typeface="Bell MT"/>
              <a:cs typeface="Bell MT"/>
              <a:sym typeface="Bell MT"/>
            </a:endParaRPr>
          </a:p>
        </p:txBody>
      </p:sp>
      <p:pic>
        <p:nvPicPr>
          <p:cNvPr descr="Aitrich-Logo-Transparent-BG-2048x671" id="523" name="Google Shape;523;p33"/>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
        <p:nvSpPr>
          <p:cNvPr id="524" name="Google Shape;524;p33"/>
          <p:cNvSpPr/>
          <p:nvPr/>
        </p:nvSpPr>
        <p:spPr>
          <a:xfrm>
            <a:off x="728980" y="1290320"/>
            <a:ext cx="5296535" cy="217487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Custom Validations: You can create custom validation attributes by deriving from the ValidationAttribute class and overriding the IsValid method. This allows you to implement custom validation logic based on your requirements.</a:t>
            </a:r>
            <a:endParaRPr b="0" i="0" sz="1600" u="none" cap="none" strike="noStrike">
              <a:solidFill>
                <a:schemeClr val="lt1"/>
              </a:solidFill>
              <a:latin typeface="Comic Sans MS"/>
              <a:ea typeface="Comic Sans MS"/>
              <a:cs typeface="Comic Sans MS"/>
              <a:sym typeface="Comic Sans MS"/>
            </a:endParaRPr>
          </a:p>
        </p:txBody>
      </p:sp>
      <p:grpSp>
        <p:nvGrpSpPr>
          <p:cNvPr id="525" name="Google Shape;525;p33"/>
          <p:cNvGrpSpPr/>
          <p:nvPr/>
        </p:nvGrpSpPr>
        <p:grpSpPr>
          <a:xfrm flipH="1" rot="10800000">
            <a:off x="6582410" y="635"/>
            <a:ext cx="5928360" cy="6857365"/>
            <a:chOff x="6095999" y="52996"/>
            <a:chExt cx="6093363" cy="6805005"/>
          </a:xfrm>
        </p:grpSpPr>
        <p:sp>
          <p:nvSpPr>
            <p:cNvPr id="526" name="Google Shape;526;p33"/>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27" name="Google Shape;527;p33"/>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28" name="Google Shape;528;p33"/>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4"/>
                  </a:srgbClr>
                </a:gs>
                <a:gs pos="2000">
                  <a:srgbClr val="FFFFFF">
                    <a:alpha val="9804"/>
                  </a:srgbClr>
                </a:gs>
                <a:gs pos="16000">
                  <a:srgbClr val="AC4744">
                    <a:alpha val="9804"/>
                  </a:srgbClr>
                </a:gs>
                <a:gs pos="85000">
                  <a:srgbClr val="7DB6EF">
                    <a:alpha val="9804"/>
                  </a:srgbClr>
                </a:gs>
                <a:gs pos="100000">
                  <a:srgbClr val="FFFFFF">
                    <a:alpha val="9804"/>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529" name="Google Shape;529;p33"/>
          <p:cNvPicPr preferRelativeResize="0"/>
          <p:nvPr>
            <p:ph idx="1" type="body"/>
          </p:nvPr>
        </p:nvPicPr>
        <p:blipFill rotWithShape="1">
          <a:blip r:embed="rId4">
            <a:alphaModFix/>
          </a:blip>
          <a:srcRect b="0" l="0" r="0" t="0"/>
          <a:stretch/>
        </p:blipFill>
        <p:spPr>
          <a:xfrm>
            <a:off x="7687945" y="1165860"/>
            <a:ext cx="4566285" cy="3713480"/>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500"/>
                                        <p:tgtEl>
                                          <p:spTgt spid="5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1000"/>
                                        <p:tgtEl>
                                          <p:spTgt spid="5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1000"/>
                                        <p:tgtEl>
                                          <p:spTgt spid="5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pic>
        <p:nvPicPr>
          <p:cNvPr descr="tnq" id="534" name="Google Shape;534;p34"/>
          <p:cNvPicPr preferRelativeResize="0"/>
          <p:nvPr>
            <p:ph idx="1" type="body"/>
          </p:nvPr>
        </p:nvPicPr>
        <p:blipFill rotWithShape="1">
          <a:blip r:embed="rId3">
            <a:alphaModFix/>
          </a:blip>
          <a:srcRect b="0" l="0" r="0" t="0"/>
          <a:stretch/>
        </p:blipFill>
        <p:spPr>
          <a:xfrm>
            <a:off x="2742565" y="1253490"/>
            <a:ext cx="6706235" cy="435165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2023-05-03T10:53:00Z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9602C5F5F950426E9C51E70BE35998BB</vt:lpwstr>
  </property>
  <property fmtid="{D5CDD505-2E9C-101B-9397-08002B2CF9AE}" pid="3" name="KSOProductBuildVer">
    <vt:lpwstr>1033-11.2.0.11537</vt:lpwstr>
  </property>
</Properties>
</file>